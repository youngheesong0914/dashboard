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주간 업무 계획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매출차감 핵심 5개 영역의 AI Navigator 기획을 완료하고, 4개 영역 화면 구현 및 백엔드 API 개발에 착수함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303020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2618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금주 OData 연동 기반 실데이터 검증과 화면 고도화를 진행하고, Analysis for Customer 화면을 확정하고자 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5468112" cy="420624"/>
          </a:xfrm>
          <a:prstGeom prst="chevron">
            <a:avLst/>
          </a:prstGeom>
          <a:solidFill>
            <a:srgbClr val="80808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W29 (7/13 ~ 7/17)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핵심 5개 영역 AI Navigator 기획 완료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확정 (Approval Review · Claim L/T Analysis · Expired Open Conditions · SPOT Budget for Target Plan)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영역(Analysis for Customer)은 요건 정의 완료, 화면 기획 예정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구현 및 목업 데이터 기반 동작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· 정렬 · 차트 연동 등 인터랙션 포함 화면 1차 구현 완료 (전 기능 시연 가능)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개발 완료 시 화면 수정 없이 실데이터로 전환 가능한 구조 적용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설계 및 개발 착수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 5종 정의 — 화면 · 백엔드 병행 개발 체계 확보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· Claim L/T Analysis는 개발 진행 중(마무리 단계), 잔여 영역은 OData 개발 일정에 맞춰 착수 예정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700784"/>
            <a:ext cx="5468112" cy="420624"/>
          </a:xfrm>
          <a:prstGeom prst="chevron">
            <a:avLst/>
          </a:prstGeom>
          <a:solidFill>
            <a:srgbClr val="1428A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700784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W30 (7/20 ~ 7/24)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2121408"/>
            <a:ext cx="5468112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231136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API 개발 완료 및 실데이터 기반 검증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 연동 후 목업 대비 실데이터 차이(포맷 · 집계 기준) 확인 및 화면 보완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· Budget 영역은 OData 개발 완료 즉시 연동 착수 (일정 의존)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 화면 고도화 및 Analysis for Customer 화면 확정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검증 피드백 반영 화면 고도화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 화면 설계 → 현업 리뷰 → 확정, 확정 즉시 목업 기반 구현 착수</a:t>
            </a:r>
            <a:endParaRPr lang="en-US" sz="1100" dirty="0"/>
          </a:p>
          <a:p>
            <a:pPr marL="152400" indent="-152400">
              <a:lnSpc>
                <a:spcPct val="122000"/>
              </a:lnSpc>
              <a:spcBef>
                <a:spcPts val="10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적용 확대 준비</a:t>
            </a:r>
            <a:endParaRPr lang="en-US" sz="1100" dirty="0"/>
          </a:p>
          <a:p>
            <a:pPr lvl="1" marL="304800" indent="-152400">
              <a:lnSpc>
                <a:spcPct val="122000"/>
              </a:lnSpc>
              <a:spcBef>
                <a:spcPts val="2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요약 슬롯 적용 설계 (Claim L/T 1차 적용 경험 기반)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7376" y="6281928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협조 필요 : OData 개발 일정 확정 · 백엔드 구동 환경 확보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Sales Deduction AI Navigator 주요 기능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73836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9326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업무 중 판단이 필요한 5개 영역을 커버하며, 현황 요약 → 리스크 식별 → 개선 방향 제시로 연결되는 화면 체계를 구성함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1" name="Image 0" descr="thumb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67712"/>
            <a:ext cx="1889150" cy="15129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2648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결재자(상신 · 통보 대상) 전용 화면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/ 결재완료 항목의 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자동 식별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유형별 요약 · 상세 제공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76118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L/T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76118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2849270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76118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76118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0" name="Image 1" descr="thumb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846" y="2267712"/>
            <a:ext cx="1889150" cy="151295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885846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904134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처리 L/T 단계별 분해 · 분석
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주요 지연 구간 · 우선 리뷰 거래선을 요약, 법인 개선 유도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04134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 · AI 적용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049317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Aging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49317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2"/>
          <p:cNvSpPr/>
          <p:nvPr/>
        </p:nvSpPr>
        <p:spPr>
          <a:xfrm>
            <a:off x="5122469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049317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49317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9" name="Image 2" descr="thumb_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045" y="2267712"/>
            <a:ext cx="1889150" cy="151295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159045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77333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종료 후 경과일(aging) 기준 미결 충당 잔액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Division별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 · 180일 초과 장기 채권 하이라이트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177333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322515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322515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7395667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322515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 Budget for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322515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38" name="Image 3" descr="thumb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243" y="2267712"/>
            <a:ext cx="1889150" cy="1512956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7432243" y="2267712"/>
            <a:ext cx="1889150" cy="1512956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450531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시점 기준 Division별 매출 / 매출차감 집행 대비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실적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초과 집행 자동 강조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7450531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구현 완료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9595714" y="1316736"/>
            <a:ext cx="21086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분석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9595714" y="1554480"/>
            <a:ext cx="2108606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38"/>
          <p:cNvSpPr/>
          <p:nvPr/>
        </p:nvSpPr>
        <p:spPr>
          <a:xfrm>
            <a:off x="9668866" y="1600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9595714" y="1554480"/>
            <a:ext cx="21086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for Customer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595714" y="2157984"/>
            <a:ext cx="2108606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705442" y="2267712"/>
            <a:ext cx="1889150" cy="1512956"/>
          </a:xfrm>
          <a:prstGeom prst="roundRect">
            <a:avLst>
              <a:gd name="adj" fmla="val 3022"/>
            </a:avLst>
          </a:prstGeom>
          <a:solidFill>
            <a:srgbClr val="F7F8FA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48" name="Text 42"/>
          <p:cNvSpPr/>
          <p:nvPr/>
        </p:nvSpPr>
        <p:spPr>
          <a:xfrm>
            <a:off x="9705442" y="2749870"/>
            <a:ext cx="1889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중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9705442" y="3042478"/>
            <a:ext cx="18891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확보 완료 → 금주 설계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9723730" y="3908684"/>
            <a:ext cx="1852574" cy="199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</a:t>
            </a:r>
            <a:pPr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기준</a:t>
            </a:r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매출차감 실적 · 프로모션 분석 제공</a:t>
            </a:r>
            <a:endParaRPr lang="en-US" sz="10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영역을 거래선 축으로 관통하는 심화 분석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9723730" y="6053328"/>
            <a:ext cx="18525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기획 중 (W30 확정 예정)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502920" y="649224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4개 영역 화면은 목업 데이터 기반 구현 · 검증 완료 상태이며, OData 개발 완료 시 화면 수정 없이 실데이터로 전환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Approval Review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 대상 미결 / 결재완료 항목을 통합 조회하고, 위험 결재 건을 자동 식별하여 우선 검토를 지원함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결재권자 · 일일 결재 처리 및 위험 건 우선 검토 시</a:t>
            </a:r>
            <a:endParaRPr lang="en-US" sz="1000" dirty="0"/>
          </a:p>
        </p:txBody>
      </p:sp>
      <p:pic>
        <p:nvPicPr>
          <p:cNvPr id="14" name="Image 0" descr="sho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494197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743300" y="2603201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3300" y="25940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04271" y="3000131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804271" y="29909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01743" y="4088852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501743" y="40797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54317" y="1700784"/>
            <a:ext cx="7250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54317" y="1975104"/>
            <a:ext cx="7250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결재자에게 배정된 대기 건을 한 화면에서 조회 (Inbox / 전체 전환)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항목을 Agent가 자동 선별해 우선 검토 대상으로 제시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54317" y="2962656"/>
            <a:ext cx="7250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454317" y="3236976"/>
            <a:ext cx="72500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위험 결재 건 자동 식별 — 예산 초과 · 사후 결재 · Deal Sheet 예외 유형 분류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결재 단계(생성·변경·클레임)별 대기 분포와 리스크 비중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차트 클릭 시 목록 필터 연동 · Risk only 필터로 위험 건 집중 검토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54317" y="6355080"/>
            <a:ext cx="7250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결재 누락 방지 · 건별 검토 시간 단축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Claim L/T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처리 L/T을 단계별로 분해하고, AI Insight가 주요 지연 구간 · 우선 리뷰 거래선을 요약하여 법인 개선을 유도함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제시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35024"/>
            <a:ext cx="2162556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335024"/>
            <a:ext cx="2162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AI 적용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39996" y="1335024"/>
            <a:ext cx="7210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매출차감 담당자 · 월 정산 마감 후 L/T 리뷰 시</a:t>
            </a:r>
            <a:endParaRPr lang="en-US" sz="1000" dirty="0"/>
          </a:p>
        </p:txBody>
      </p:sp>
      <p:pic>
        <p:nvPicPr>
          <p:cNvPr id="12" name="Image 0" descr="shot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150108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3179598" y="3466683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79598" y="345753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3153" y="4387518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3153" y="43783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94368" y="4387518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94368" y="43783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4058" y="2262776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84058" y="225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0228" y="1700784"/>
            <a:ext cx="7594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110228" y="1975104"/>
            <a:ext cx="7594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처리 리드타임(L/T)을 기간 · 법인 · BA · 제품 기준으로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Insight가 개선폭 · 우선 리뷰 거래선 · 주요 지연 구간을 자동 요약 제시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10228" y="2962656"/>
            <a:ext cx="7594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110228" y="3236976"/>
            <a:ext cx="75940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처리 단계(Step)별 L/T 분해 — 지연 발생 구간 · 일수 진단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회사 평균 초과 거래선 자동 필터링 테이블 (월 트렌드 · 제품군 비교 포함)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Raw Data 엑셀 다운로드로 상세 검증 지원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0228" y="6355080"/>
            <a:ext cx="75940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구간 조기 식별 · 분석 소요 시간 단축 (AI 요약)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Expired Open Conditions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종료 후 경과일(aging) 기준 미결 충당 잔액을 Division별로 집계하고, 90 · 180일 초과 장기 채권을 자동 하이라이트함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 · 정산 관리 담당자 · 월별 미결 채권 점검 시</a:t>
            </a:r>
            <a:endParaRPr lang="en-US" sz="1000" dirty="0"/>
          </a:p>
        </p:txBody>
      </p:sp>
      <p:pic>
        <p:nvPicPr>
          <p:cNvPr id="14" name="Image 0" descr="shot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3610508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2181487" y="2969486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181487" y="29603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80207" y="3809099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80207" y="37999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52945" y="4804918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2945" y="4795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0628" y="1700784"/>
            <a:ext cx="7133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0628" y="1975104"/>
            <a:ext cx="71336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연체 컨디션 금액을 프로모션 종료 후 경과일(aging) 기준으로 집계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× BA × 제품 필터 기준 서버측 재집계 (구 Overdue Conditions)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0628" y="2962656"/>
            <a:ext cx="7133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0628" y="3236976"/>
            <a:ext cx="71336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90일 · 180일 초과 등 경과 구간별 금액 · 비중 요약 카드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aging 구간별 차트 · 비중 도넛으로 채권 연령 구조 시각화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사업부(Division)별 상세 테이블 — 누적 밴드(Over 31/90/180) 강조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0628" y="6053328"/>
            <a:ext cx="71336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AI Insight 슬롯 구축 완료 — 요약 · 회수 우선순위 제안 확대 적용 예정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0628" y="6355080"/>
            <a:ext cx="7133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미결 채권 조기 관리 · 회수 우선순위 명확화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SPOT Budget for Target Plan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집행 현황을 월 · 분기 단위로 추적하고, 초과 집행 항목을 자동 식별함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파악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09928" y="1335024"/>
            <a:ext cx="1197864" cy="274320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33502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식별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1335024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1335024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3108" y="1335024"/>
            <a:ext cx="745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관리자 · 월 / 분기 집행 점검 시</a:t>
            </a:r>
            <a:endParaRPr lang="en-US" sz="1000" dirty="0"/>
          </a:p>
        </p:txBody>
      </p:sp>
      <p:pic>
        <p:nvPicPr>
          <p:cNvPr id="14" name="Image 0" descr="shot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2496"/>
            <a:ext cx="4264762" cy="4846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F">
                <a:alpha val="30000"/>
              </a:srgbClr>
            </a:outerShdw>
          </a:effectLst>
        </p:spPr>
      </p:pic>
      <p:sp>
        <p:nvSpPr>
          <p:cNvPr id="15" name="Shape 12"/>
          <p:cNvSpPr/>
          <p:nvPr/>
        </p:nvSpPr>
        <p:spPr>
          <a:xfrm>
            <a:off x="984069" y="2602121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84069" y="25929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5685" y="3479074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45685" y="34699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70273" y="4739117"/>
            <a:ext cx="237744" cy="237744"/>
          </a:xfrm>
          <a:prstGeom prst="ellipse">
            <a:avLst/>
          </a:prstGeom>
          <a:solidFill>
            <a:srgbClr val="1428A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555555">
                <a:alpha val="4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470273" y="472997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24882" y="1700784"/>
            <a:ext cx="6479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개요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224882" y="1975104"/>
            <a:ext cx="64794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대비 매출차감 예산 집행 현황을 월 · 분기 단위로 추적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초과 집행 항목을 자동 강조해 예산 리스크 조기 식별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24882" y="2962656"/>
            <a:ext cx="6479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224882" y="3236976"/>
            <a:ext cx="64794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월 · 분기 집행률 KPI — 수량 · YoY · Delta 동반 표시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사업부(DIV) × Check Level별 예산 · 승인 · 진행 · 지급 매트릭스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초과 집행 자동 하이라이트 (예: 계획 대비 449%)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24882" y="6355080"/>
            <a:ext cx="6479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집행 조기 식별 · 계획 대비 예산 관리 정착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매출차감 Agent 구현 – Analysis for Customer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104120" y="429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27940">
            <a:solidFill>
              <a:srgbClr val="1428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955548"/>
            <a:ext cx="155448" cy="155448"/>
          </a:xfrm>
          <a:prstGeom prst="rect">
            <a:avLst/>
          </a:prstGeom>
          <a:ln w="19050">
            <a:solidFill>
              <a:srgbClr val="142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914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거래선 기준 매출차감 실적 · 프로모션 분석을 제공하는 영역으로, 요건 확보를 완료하고 화면 기획을 진행 중임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335024"/>
            <a:ext cx="886968" cy="274320"/>
          </a:xfrm>
          <a:prstGeom prst="roundRect">
            <a:avLst>
              <a:gd name="adj" fmla="val 50000"/>
            </a:avLst>
          </a:prstGeom>
          <a:solidFill>
            <a:srgbClr val="FDE8E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3502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0" y="1335024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대상 · 시점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시 확정 (거래선 담당 조직 예상)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82496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029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기획 진행 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 확보 완료 → 금주 화면 설계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700784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1975104"/>
            <a:ext cx="708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4개 영역은 업무 프로세스(결재 · 클레임 · 채권 · 예산) 관점의 분석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수렴 결과, 거래선(Customer) 축으로 모아 보는 관점 필요 확인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962656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현황 및 계획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3236976"/>
            <a:ext cx="7086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요건 정의 완료 — 화면 구성 · 데이터 항목 · 인터랙션 설계 착수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 후 목업 데이터 기반 화면 선행 개발 (기존 영역과 동일 방식)</a:t>
            </a:r>
            <a:endParaRPr lang="en-US" sz="1100" dirty="0"/>
          </a:p>
          <a:p>
            <a:pPr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영역의 거래선 데이터(예: Claim by Customer)와 연계 검토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6053328"/>
            <a:ext cx="7086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 구성은 기획 완료 후 차주 보고에서 공유 예정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635508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</a:t>
            </a:r>
            <a:pPr indent="0" marL="0">
              <a:buNone/>
            </a:pPr>
            <a:r>
              <a:rPr lang="en-US" sz="1050" dirty="0">
                <a:solidFill>
                  <a:srgbClr val="2429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단위 리스크 · 기회의 통합 파악 (기획 확정 후 구체화)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2026-07-20T12:29:06Z</dcterms:created>
  <dcterms:modified xsi:type="dcterms:W3CDTF">2026-07-20T12:29:06Z</dcterms:modified>
</cp:coreProperties>
</file>