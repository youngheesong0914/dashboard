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4장의 설명 순서 원칙을 표지에서 선언: 사용자 경험 → 동작 규칙 → 내부 구조. 내부 용어는 4-0에서 정의한 뒤에만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4-0은 공통 흐름과 시스템 구성만. 공유 필터·캐시·AI 예외 같은 세부 규칙은 각 화면 장에서 해당 상황과 함께 설명. 경영 보고 시 이 장 한 장으로 서비스 동작 구조를 설명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장은 “보이는 것”만. 내부 명칭(approval_inbox 등)은 다음 장 하단 내부 정보로. 배포 시 이 장에 실제 화면 캡처를 나란히 붙이는 것을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필터 이름을 국문 우선으로 표기(영문은 괄호). 문의 카드는 접수 문구 그대로 제목으로. 내부 명칭은 전부 하단 스트립으로 강등.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L/T 정의를 먼저. 문의 카드 2개는 이 화면에서 실제로 나올 질문(월 미연동, 거래선 일부만 표시)을 그대로 제목으로.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“조건별 표만 별도 요청”은 부분 장애 증상으로 번역해 알아두기 카드로. bukrs/gsper는 스트립 안에서만 등장하고 국문 병기.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표는 “행/열이 무엇인지”부터. 부문 필터의 적용 범위(상세 목록만)를 표에서 미리 말해 두고, 다음 장 문의 카드에서 증상으로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문의 3건을 왼쪽에, 세 번째 문의의 답이 오른쪽 내부 정보(두 경로)를 가리키도록 배치 — 문의→원인→확인처가 한 장에서 이어짐.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개념을 먼저 정의. “같이 조회됨/같이 준비”처럼 사용자가 보는 결과로 서술. TIM·SPOT 등 화면 표기 용어의 정식 풀이는 현업 확인 필요 — 확인되면 병기.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공유 필터의 파급(다른 화면에도 적용)을 사용자 문장으로. sd.filter는 스트립에서만. TIM·SPOT 용어 풀이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“계단”을 사용자 행동으로: 윗 단을 조회해야 아랫 단이 열림. ②③은 기본 선택이 없어 “표가 안 보인다” 문의 → 선택 후 Apply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초기화 이유(계정코드가 사업부 간 중복 가능)를 문답으로 풀어 2차 문의 예방. AI 카드도 문의 문구를 제목으로.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치트시트도 사용자 언어 우선(조회 월/AI 코멘트/꼭 기억할 것). 내부 정보는 맨 아랫줄 한 줄로 강등. 프록시 행 제거 대신 파일·중계를 한 칸에 합침.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상세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쓰는 사람 눈높이에서: 화면에 보이는 것 → 필터를 만지면 생기는 일 → 자주 올 문의와 답 순서로 설명합니다. 내부 구조(파일·모델·경로)는 각 장 하단의 "내부 정보"와 4-0에만 둡니다.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931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4-0  공통 동작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흐름 · 시스템 구성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12464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7056" y="3931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  Approval Review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결재(공제 승인) 현황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01968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3931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  Claim L/T Analysis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처리기간 분석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91472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6064" y="3931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  Expired Open Conditions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연체 조건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074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  Target Plan Budget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대비 실행 현황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12464" y="5074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5074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  Analysis by Customer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분석 (3단계)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01968" y="5074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074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  Analysis by Product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분석 (①②③ 계단)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91472" y="5074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50749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4-7  화면 간 비교 요약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문의 대응 치트시트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동작 — 모든 화면이 같은 방식으로 움직입니다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화면을 보기 전에: 공통 흐름과 시스템 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흐름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필터 선택 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2162556"/>
            <a:ext cx="201168" cy="201168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78308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사내 중계 서버를 거쳐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플랫폼에서 조회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2162556"/>
            <a:ext cx="201168" cy="201168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178308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 표시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 임시 보관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41464" y="2162556"/>
            <a:ext cx="201168" cy="201168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97496" y="178308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AI 요약 코멘트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54896" y="2162556"/>
            <a:ext cx="201168" cy="201168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0928" y="178308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필요 시 Excel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3075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브라우저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각 화면이 동작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0" y="4206240"/>
            <a:ext cx="292608" cy="237744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41648" y="3730752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D9E4F5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373075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중계 서버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중계 창구(프록시)로 요청 전달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99248" y="4206240"/>
            <a:ext cx="292608" cy="237744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3730752"/>
            <a:ext cx="3648456" cy="1188720"/>
          </a:xfrm>
          <a:prstGeom prst="roundRect">
            <a:avLst>
              <a:gd name="adj" fmla="val 6923"/>
            </a:avLst>
          </a:prstGeom>
          <a:solidFill>
            <a:srgbClr val="D9E4F5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373075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플랫폼 (Chat API)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요청의 “모델 ID”로 어떤 데이터인지 구분해 응답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52578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조회와 AI 요약 요청은 모두 위 경로를 지나갑니다 — Excel만 예외로, 브라우저에서 직접 생성됩니다(첫 다운로드는 도구 로딩으로 수 초 소요 가능)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577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로그에서 화면 구분: AI 요약은 공용 모델이므로 요청의 dashboard 값 기준  ·  세부 명칭(파일·모델·캐시 키)은 각 화면 장 하단 「내부 정보」 참조  ·  금액 표기 K = 천 단위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— 결재(공제 승인) 현황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공제 승인(결재) 문서가 지금 어디까지 왔는지 보는 화면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74552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18872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화면이 특별한 이유:  </a:t>
            </a:r>
            <a:pPr indent="0" marL="0">
              <a:buNone/>
            </a:pPr>
            <a:r>
              <a:rPr lang="en-US" sz="115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5개 화면이 쓰는 회사/사업부 선택지가 이 화면의 조회 결과에서 만들어집니다 → 다른 화면의 필터가 이상할 때 여기부터 확인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것 (위에서 아래 순)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432304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Inbox / All 탭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내 미결함 / 전체 (건수 표시)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위험 경고 배너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리스크 표시가 붙은 문서가 몇 건인지 안내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Inbox 뷰에서만 보입니다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Risk by stage 차트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결재 유형별 건수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위 빨강 = 리스크 있음, 아래 = 정상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Risk by type 표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리스크 유형별 건수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문서 목록 (Item list)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열 제목 클릭으로 정렬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기본: Inbox=받은 시각 최신순 · All=상신 시각 최신순 / Stage 열은 업무 순서(신규→변경→클레임)로 정렬됩니다 — 가나다순이 아니어도 정상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행 클릭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그 결재 문서의 상세 리포트가 화면에 뜹니다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다운로드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2084832"/>
            <a:ext cx="4828032" cy="1737360"/>
          </a:xfrm>
          <a:prstGeom prst="roundRect">
            <a:avLst>
              <a:gd name="adj" fmla="val 473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1464" y="2249424"/>
            <a:ext cx="4352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차트가 곧 필터입니다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차트의 막대나 리스크 행을 클릭하면 아래 문서 목록이 그 조건으로 걸러집니다. 같은 항목을 다시 클릭하면 풀립니다.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4023360"/>
            <a:ext cx="4828032" cy="1737360"/>
          </a:xfrm>
          <a:prstGeom prst="roundRect">
            <a:avLst>
              <a:gd name="adj" fmla="val 473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1464" y="4187952"/>
            <a:ext cx="4352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전환이 빠른 이유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조회할 때 내 미결함과 전체를 같이 받아 둡니다. 그래서 Inbox ↔ All을 오갈 때 서버에 다시 묻지 않고 즉시 바뀝니다.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— 필터를 만지면 생기는 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자주 올 문의와 답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805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만지면 이렇게 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월 (Base Month)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월을 바꾼 뒤 Apply를 눌러야 그 월로 다시 조회됩니다. 이 화면의 Apply는 월 전용입니다.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회사/사업부 (Company/BA)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Apply 없이 고르는 즉시 차트·표·탭 건수가 바뀝니다 — 이미 받아 둔 데이터를 화면에서 걸러내기 때문입니다.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 유형 (Stage)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신규(CREATE) / 변경(CHANGE) / 클레임(CLAIM). 드롭다운 또는 차트 막대 클릭으로 선택.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유형 (Risk type)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드롭다운 또는 차트 행 클릭으로 선택.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상태 (Status)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All 탭에서만 보입니다.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범위 (Queue 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/ 리스크 건만 / 리스크 없는 건만.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5477256" cy="1691640"/>
          </a:xfrm>
          <a:prstGeom prst="roundRect">
            <a:avLst>
              <a:gd name="adj" fmla="val 4865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251960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2144" y="4233672"/>
            <a:ext cx="45628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코멘트가 없어요”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화면만 원래 없습니다(설계). 6개 화면 중 유일한 예외이고, 누락이나 오류가 아닙니다.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54496" y="4069080"/>
            <a:ext cx="5477256" cy="1691640"/>
          </a:xfrm>
          <a:prstGeom prst="roundRect">
            <a:avLst>
              <a:gd name="adj" fmla="val 4865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55664" y="4251960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0" y="4233672"/>
            <a:ext cx="45628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“다른 화면 갔다 왔는데 그대로예요”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월이면 기억해 둔 결과를 다시 보여줍니다. 안 바뀌는 게 정상이고, 월을 바꾸면 반드시 새로 조회됩니다.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5989320"/>
            <a:ext cx="11274552" cy="402336"/>
          </a:xfrm>
          <a:prstGeom prst="roundRect">
            <a:avLst>
              <a:gd name="adj" fmla="val 20455"/>
            </a:avLst>
          </a:prstGeom>
          <a:solidFill>
            <a:srgbClr val="EDF1F8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59893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정보(장애·로그용)   </a:t>
            </a:r>
            <a:pPr indent="0" marL="0">
              <a:buNone/>
            </a:pPr>
            <a:r>
              <a:rPr lang="en-US" sz="900" dirty="0">
                <a:solidFill>
                  <a:srgbClr val="3143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approval.js · 중계 proxy.jsp · 데이터 approval_inbox(미결함)+approval_all(전체) 동시 수신 · 리포트 approval_review_fetch_report · 캐시 키 {userId, period} · 공유값 sd.filter/sd.filterMeta/sd.products 생성   ·   구성: 4-0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 — 클레임 처리기간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1건 처리에 시간이 얼마나 걸리고, 어디서 막히는지 보는 화면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L/T(Lead Time)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1건을 접수부터 완료까지 처리하는 데 걸린 일수. 지연은 고객 측(Customer Delay) / 자사 측(Samsung Delay)으로 나눠서 봅니다.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것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231136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요약 카드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전체 평균 처리일수 + 고객/자사 지연 일수·비중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12개월 추이 차트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달·지난달 평균 비교 · 12개월 중 최고치인지 · 추세 방향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거래선별 표 (by Customer)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평균 처리일수 큰 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“회사 평균보다 느린 거래선만” 보입니다 — 전체는 All Customers로 전환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코멘트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“3월 평균 L/T 63.9일, Customer Delay 49.1일이 주요 병목…”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다운로드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거래선별 표 (9개 열 · 2단 제목)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883664"/>
            <a:ext cx="4828032" cy="1051560"/>
          </a:xfrm>
          <a:prstGeom prst="roundRect">
            <a:avLst>
              <a:gd name="adj" fmla="val 782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1464" y="2011680"/>
            <a:ext cx="4352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만지면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월: 마지막 본 월로 열립니다(처음이면 이번 달)  ·  회사/사업부: 처음엔 이어받은 값으로 시작합니다.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3127248"/>
            <a:ext cx="4828032" cy="1280160"/>
          </a:xfrm>
          <a:prstGeom prst="roundRect">
            <a:avLst>
              <a:gd name="adj" fmla="val 6429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4888" y="3310128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98664" y="3291840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“월이 안 이어져요”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Approval에서 3월을 보다 와도 여긴 마지막 보던 월로 열립니다. 화면끼리 월을 덮어쓰지 않게 한 설계(정상) — 이어지는 건 회사/사업부뿐.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4590288"/>
            <a:ext cx="4828032" cy="1188720"/>
          </a:xfrm>
          <a:prstGeom prst="roundRect">
            <a:avLst>
              <a:gd name="adj" fmla="val 692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4773168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98664" y="475488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“거래선이 다 안 나와요”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보기가 “평균보다 느린 거래선만”입니다. 표 위 토글을 All Customers로 바꾸면 전체가 나옵니다.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989320"/>
            <a:ext cx="11274552" cy="402336"/>
          </a:xfrm>
          <a:prstGeom prst="roundRect">
            <a:avLst>
              <a:gd name="adj" fmla="val 20455"/>
            </a:avLst>
          </a:prstGeom>
          <a:solidFill>
            <a:srgbClr val="EDF1F8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9893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정보(장애·로그용)   </a:t>
            </a:r>
            <a:pPr indent="0" marL="0">
              <a:buNone/>
            </a:pPr>
            <a:r>
              <a:rPr lang="en-US" sz="900" dirty="0">
                <a:solidFill>
                  <a:srgbClr val="3143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claim.js · 중계 api/claim-proxy.jsp · 모델 claim_lead_time_main(대시보드) / cl_lt_ai_insight(코멘트·공용 모델)   ·   구성: 4-0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 — 연체 조건 현황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유효기간이 지났는데 아직 정리되지 않은 공제 조건과 그 금액을 보는 화면 — 항상 “지금” 기준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것 — 표 3개는 행 선택으로 이어집니다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부문별 표 (By Division)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연체금액 큰 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단위 K(천)는 표 주석에 표기 · 얼마나 오래 밀렸는지(aging) 구간 열 포함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거래선별 표 (By Customer)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표에서 부문 행을 고르면, 그 부문의 거래선별로 펼쳐집니다 · 총 연체금액 큰 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조건별 표 (By Condition)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개별 조건 목록, 지난 일수 큰 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코멘트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미정리 잔액 / 90일 이상 금액·비중 / 부문별·거래선별 순위 / 2년 이상 경과 건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다운로드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572768"/>
            <a:ext cx="4828032" cy="1234440"/>
          </a:xfrm>
          <a:prstGeom prst="roundRect">
            <a:avLst>
              <a:gd name="adj" fmla="val 666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1464" y="1719072"/>
            <a:ext cx="4352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만지면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수 있는 건 회사/사업부뿐입니다. 월 선택이 아예 없습니다 — 이 화면은 과거가 아니라 “지금 이 순간”의 연체 상황만 보여주기 때문입니다.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2990088"/>
            <a:ext cx="4828032" cy="1417320"/>
          </a:xfrm>
          <a:prstGeom prst="roundRect">
            <a:avLst>
              <a:gd name="adj" fmla="val 5806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3172968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98664" y="3154680"/>
            <a:ext cx="3895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“지난달 기준으로 보고 싶어요”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불가합니다(설계). 이 화면은 항상 현재 시점만 보여줍니다. 과거 시점 비교가 필요하면 화면 밖에서 별도 집계가 필요합니다.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4590288"/>
            <a:ext cx="4828032" cy="1188720"/>
          </a:xfrm>
          <a:prstGeom prst="roundRect">
            <a:avLst>
              <a:gd name="adj" fmla="val 692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1464" y="4736592"/>
            <a:ext cx="4352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알아두기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조건별 표(By Condition)만 별도 요청으로 따로 불러옵니다 — 다른 표는 정상인데 이 표만 안 뜨는 상황이 있을 수 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989320"/>
            <a:ext cx="11274552" cy="402336"/>
          </a:xfrm>
          <a:prstGeom prst="roundRect">
            <a:avLst>
              <a:gd name="adj" fmla="val 20455"/>
            </a:avLst>
          </a:prstGeom>
          <a:solidFill>
            <a:srgbClr val="EDF1F8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59893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정보(장애·로그용)   </a:t>
            </a:r>
            <a:pPr indent="0" marL="0">
              <a:buNone/>
            </a:pPr>
            <a:r>
              <a:rPr lang="en-US" sz="900" dirty="0">
                <a:solidFill>
                  <a:srgbClr val="3143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overdue.js · 중계 api/expired-proxy.jsp · 모델 expired_conditions_main(부문/거래선) / expired_cd_fetch_odata_extra(조건별 전용) / expired_ai_insight(코멘트·공용) · 캐시 키 {userId, bukrs, gsper}(=사용자+회사+사업부, SAP 필드명)   ·   구성: 4-0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— 목표 대비 실행 현황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목표(Target Plan) 대비 실제 실행이 얼마나 됐는지 보는 화면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상단 카드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실행률(Execution %) · 추정(Estimated) 금액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요약 표 (SUMMARY)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행 = 부문·판매유형, 열 = 최근 6개월 + 6개 분기가 나란히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목표액 큰 순 · Excel 다운로드 가능(합쳐진 제목 칸 그대로)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상세 목록 (DETAIL)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개별 조건, 금액 큰 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100행씩, Show more로 더 보기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코멘트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758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만지면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05072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22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만지면 이렇게 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선택하는 곳이 없습니다 — 항상 이번 달 기준으로 자동 조회됩니다.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회사/사업부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화면에서 마지막으로 쓴 값이 있으면 그 값, 없으면 이어받은 값으로 시작합니다.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부문 (Division)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상세 목록(DETAIL)에만 적용됩니다 — 상단 카드와 요약 표는 항상 전체 기준. 화면을 다시 열면 전체로 시작합니다.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판매유형/상태 (SD Type/Status)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개 선택 — 안 건드리면 전체 / 일부만 체크하면 그것만 / 전부 해제하면 “없음”으로 조회되어 결과가 0건이 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— 자주 올 문의와 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장애·로그 확인용 내부 정보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806440" cy="1920240"/>
          </a:xfrm>
          <a:prstGeom prst="roundRect">
            <a:avLst>
              <a:gd name="adj" fmla="val 4286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408176"/>
            <a:ext cx="402336" cy="402336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389888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“부문을 바꿨는데 위 카드가 안 바뀌어요”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정상입니다. 부문 필터는 아래 상세 목록에만 적용되고, 상단 카드·요약 표는 항상 전체 기준으로 유지됩니다. 부문을 바꾸면 상세 목록만 다시 조회됩니다.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설계 동작임을 안내하고 종결하면 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5806440" cy="1325880"/>
          </a:xfrm>
          <a:prstGeom prst="roundRect">
            <a:avLst>
              <a:gd name="adj" fmla="val 6207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493008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34747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“결과가 0건이에요”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판매유형/상태를 전부 해제하면 “없음” 조건으로 조회됩니다. 하나 이상 체크하거나 필터를 초기화하면 돌아옵니다.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5806440" cy="1325880"/>
          </a:xfrm>
          <a:prstGeom prst="roundRect">
            <a:avLst>
              <a:gd name="adj" fmla="val 6207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4956048"/>
            <a:ext cx="365760" cy="365760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코멘트만 안 떠요 (또는 반대)”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화면은 대시보드와 AI 코멘트가 서로 다른 통로를 씁니다. 한쪽만 장애가 날 수 있으니 오른쪽 두 경로를 각각 확인하세요.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1207008"/>
            <a:ext cx="5148072" cy="4892040"/>
          </a:xfrm>
          <a:prstGeom prst="roundRect">
            <a:avLst>
              <a:gd name="adj" fmla="val 1682"/>
            </a:avLst>
          </a:prstGeom>
          <a:solidFill>
            <a:srgbClr val="EDF1F8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1389888"/>
            <a:ext cx="4636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정보(장애·로그용) — 두 개의 경로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39712" y="1874520"/>
            <a:ext cx="463600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011680"/>
            <a:ext cx="4197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1 — 대시보드 데이터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 → proxy.jsp → 모델 REPA958…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방식(streamApi) · 인증 토큰(JWT) 첨부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39712" y="3520440"/>
            <a:ext cx="463600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3657600"/>
            <a:ext cx="4197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2 — AI 코멘트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 → api/claim-proxy.jsp → 공용 모델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화면들의 코멘트와 같은 통로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39712" y="4983480"/>
            <a:ext cx="4636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프록시가 다른 화면 — 6개 중 이 화면뿐입니다.  구성: 4-0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— 고객별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거래선(고객) 하나를 골라 여러 각도로 뜯어보는 화면 — 아래 3단계로 내려가며 봅니다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단계(Stage)란?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자기 필터와 Apply 버튼이 있고, 윗 단계를 조회해야 아랫 단계를 볼 수 있습니다.  조회 월: 기본 = 지난달, 지난달~6개월 전 중 선택(이번 달 제외)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들어오면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이전 선택을 복원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(조회 없음)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거래선 목록을 받아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드롭다운을 채움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95244" y="3529584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·  Apply 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11296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거래선 1개 + 부문 여러 개 선택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월별 추이 + 활동별 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같이 조회됨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아래 단계용 선택지도 같이 준비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이게 실패해도 차트·표는 정상, 아래 선택지만 비어 보일 수 있음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조회가 끝나면 AI 코멘트 자동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4748" y="3529584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·  Apply 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상품 + 활동 유형(TIM Activity) 선택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진행 중 SPOT 조건 목록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조회됨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74252" y="3529584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5712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 ·  Apply 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90304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비교 기간 A/B + 상품 선택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판매 실적(Sell-out) 비교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기본 A=이번 달, B=지난달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도넛 차트(비중↔금액) · A/B 목록 탭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3단계 전용 AI 코멘트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다음 장: 필터를 바꾸면 아래 단계가 어떻게 되는지 · Excel · 내부 정보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— 필터를 바꾸면 생기는 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올 문의 · 화면 요소 · 내부 정보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77256" cy="2057400"/>
          </a:xfrm>
          <a:prstGeom prst="roundRect">
            <a:avLst>
              <a:gd name="adj" fmla="val 4000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408176"/>
            <a:ext cx="402336" cy="402336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389888"/>
            <a:ext cx="4471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“2·3단계 표가 비고 선택이 풀렸어요”</a:t>
            </a:r>
            <a:endParaRPr lang="en-US" sz="1300" dirty="0"/>
          </a:p>
          <a:p>
            <a:pPr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필터(거래선/부문)를 바꾸면 아래 단계는 전부 초기화됩니다. 기준이 다른 데이터가 섞여 보이지 않게 하는 설계 — 정상입니다.</a:t>
            </a:r>
            <a:endParaRPr lang="en-US" sz="13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아래 단계는 다시 선택 후 Apply.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207008"/>
            <a:ext cx="5477256" cy="205740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389888"/>
            <a:ext cx="49651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회사/사업부를 바꾸면</a:t>
            </a:r>
            <a:endParaRPr lang="en-US" sz="1300" dirty="0"/>
          </a:p>
          <a:p>
            <a:pPr marL="127000" indent="-127000">
              <a:lnSpc>
                <a:spcPct val="117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즉시 다른 화면에도 그 값이 적용됩니다 (공유 필터 저장)</a:t>
            </a:r>
            <a:endParaRPr lang="en-US" sz="1300" dirty="0"/>
          </a:p>
          <a:p>
            <a:pPr marL="127000" indent="-127000">
              <a:lnSpc>
                <a:spcPct val="117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목록을 새로 받아 옵니다</a:t>
            </a:r>
            <a:endParaRPr lang="en-US" sz="1300" dirty="0"/>
          </a:p>
          <a:p>
            <a:pPr marL="127000" indent="-127000">
              <a:lnSpc>
                <a:spcPct val="117000"/>
              </a:lnSpc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단계 선택은 전부 초기화됩니다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5477256" cy="2148840"/>
          </a:xfrm>
          <a:prstGeom prst="roundRect">
            <a:avLst>
              <a:gd name="adj" fmla="val 383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75888"/>
            <a:ext cx="4965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활동별 표 — 접혀 있는 게 기본</a:t>
            </a:r>
            <a:endParaRPr lang="en-US" sz="1300" dirty="0"/>
          </a:p>
          <a:p>
            <a:pPr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→ 세부 활동으로 4단계까지 접혀 들어가는 계층 표입니다. 3단계 아래는 기본 접힘 — 부모 행을 클릭하면 펼쳐집니다.</a:t>
            </a:r>
            <a:endParaRPr lang="en-US" sz="13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상태는 저장되지 않아, 다시 들어오면 또 접혀 있습니다(정상).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3493008"/>
            <a:ext cx="5477256" cy="2148840"/>
          </a:xfrm>
          <a:prstGeom prst="roundRect">
            <a:avLst>
              <a:gd name="adj" fmla="val 383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3675888"/>
            <a:ext cx="4965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· AI 코멘트</a:t>
            </a:r>
            <a:endParaRPr lang="en-US" sz="1300" dirty="0"/>
          </a:p>
          <a:p>
            <a:pPr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Excel: 판매 실적(Sell-out) 목록을 내려받을 수 있습니다 — 브라우저가 직접 만듭니다.</a:t>
            </a:r>
            <a:endParaRPr lang="en-US" sz="13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코멘트: 단계별로 생겨 화면 전체 최대 3개까지 붙습니다.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989320"/>
            <a:ext cx="11274552" cy="402336"/>
          </a:xfrm>
          <a:prstGeom prst="roundRect">
            <a:avLst>
              <a:gd name="adj" fmla="val 20455"/>
            </a:avLst>
          </a:prstGeom>
          <a:solidFill>
            <a:srgbClr val="EDF1F8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59893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정보(장애·로그용)   </a:t>
            </a:r>
            <a:pPr indent="0" marL="0">
              <a:buNone/>
            </a:pPr>
            <a:r>
              <a:rPr lang="en-US" sz="900" dirty="0">
                <a:solidFill>
                  <a:srgbClr val="3143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customer.js · 중계 api/customer-proxy.jsp · 모델 7개: 거래선 목록/월별 추이/활동별/하위 선택지/SPOT/판매 실적 비교/코멘트(공용) · 회사/사업부 변경 시 sd.filter 즉시 저장·전파   ·   구성: 4-0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— 상품별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부문·상품 기준으로 프로모션에 쓴 금액을 보는 화면 — ①②③ 계단: 윗 단을 조회해야 아랫 단이 열립니다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들어오면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선택을 복원하고, 상품 목록과 거래선 목록을 같이 받아 둡니다 (거래선 목록은 고객별 분석 화면과 같은 것을 씁니다)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595360" cy="1371600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6654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391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필터 (①)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회사/사업부(필수) · 부문 · 기간(최근 12개월 안에서 범위, 기본 = 최근 12개월) · 상품 · 거래선 선택 → Apply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프로모션 금액과 계정별/활동별 카드, 그리고 아래 조건 상세 표가 채워집니다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기간을 바꿔 Apply하면 상품·거래선 선택지 목록도 새로 받아 옵니다 — 고를 수 있는 항목 자체가 달라질 수 있음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319272"/>
            <a:ext cx="201168" cy="173736"/>
          </a:xfrm>
          <a:prstGeom prst="down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52044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366674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639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상세 필터 (②)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97764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선택이 없습니다 — 거래선·활동 유형(TIM Activity)을 고르고 Apply해야 표가 나타납니다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수 있는 건 ①의 결과에 실제로 등장한 계정뿐 → ①에서 봤던 계정이 여기 없을 수도 있습니다(정상)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4645152"/>
            <a:ext cx="201168" cy="173736"/>
          </a:xfrm>
          <a:prstGeom prst="down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484632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99262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49651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비교 (③)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94760" y="530352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선택이 없습니다 — 고객 A/B를 고르고 Apply해야 비교 차트·목록이 나타납니다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수 있는 고객은 ②와 같은 범위입니다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0" y="60533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 순서:  ① → ② → 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— 자주 올 문의와 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규칙 · AI 코멘트 · 내부 정보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806440" cy="4480560"/>
          </a:xfrm>
          <a:prstGeom prst="roundRect">
            <a:avLst>
              <a:gd name="adj" fmla="val 1837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44752"/>
            <a:ext cx="420624" cy="420624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426464"/>
            <a:ext cx="4800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“②③번 선택이 사라졌어요”</a:t>
            </a:r>
            <a:endParaRPr lang="en-US" sz="1500" dirty="0"/>
          </a:p>
          <a:p>
            <a:pPr marL="127000" indent="-127000">
              <a:lnSpc>
                <a:spcPct val="122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①을 다시 Apply했거나, 회사/사업부를 바꿨기 때문</a:t>
            </a:r>
            <a:endParaRPr lang="en-US" sz="1500" dirty="0"/>
          </a:p>
          <a:p>
            <a:pPr lvl="1"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경우 모두 아래 단계는 전부 초기화됩니다 — 고를 수 있는 항목의 원천이 바뀌어 이전 선택이 의미를 잃기 때문입니다.</a:t>
            </a:r>
            <a:endParaRPr lang="en-US" sz="1500" dirty="0"/>
          </a:p>
          <a:p>
            <a:pPr marL="127000" indent="-127000">
              <a:lnSpc>
                <a:spcPct val="122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쓰던 선택을 남겨 두지 않나요?</a:t>
            </a:r>
            <a:endParaRPr lang="en-US" sz="1500" dirty="0"/>
          </a:p>
          <a:p>
            <a:pPr lvl="1"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계정코드가 사업부마다 다른 대상을 가리킬 수 있어, “목록에 남아 있으면 유지”가 안전하지 않습니다. 그래서 전부 초기화합니다.</a:t>
            </a:r>
            <a:endParaRPr lang="en-US" sz="1500" dirty="0"/>
          </a:p>
          <a:p>
            <a:pPr marL="127000" indent="-127000">
              <a:lnSpc>
                <a:spcPct val="122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</a:t>
            </a:r>
            <a:endParaRPr lang="en-US" sz="1500" dirty="0"/>
          </a:p>
          <a:p>
            <a:pPr lvl="1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동작으로 안내하고, ②③을 다시 선택 후 Apply하도록 안내.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207008"/>
            <a:ext cx="5148072" cy="13716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344168"/>
            <a:ext cx="4690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화면의 수치는 소수 최대 1자리, 금액 뒤에는 K(천 단위)가 붙습니다.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435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예: 84,479.8K EUR = 84,479,800 EUR 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2761488"/>
            <a:ext cx="5148072" cy="1463040"/>
          </a:xfrm>
          <a:prstGeom prst="roundRect">
            <a:avLst>
              <a:gd name="adj" fmla="val 562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898648"/>
            <a:ext cx="46908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코멘트에 모든 고객이 안 나와요”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정상입니다. 코멘트에는 상위 고객 2개 + 상위 활동 3개 + 나머지 합계만 요약해서 보냅니다 — 전체를 보내면 요점 없이 전부 나열되기 때문입니다.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4407408"/>
            <a:ext cx="5148072" cy="1280160"/>
          </a:xfrm>
          <a:prstGeom prst="roundRect">
            <a:avLst>
              <a:gd name="adj" fmla="val 64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4544568"/>
            <a:ext cx="4690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— 2종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상세(②) 표 / 고객 비교(③) 목록 — 둘 다 내려받을 수 있고, 브라우저가 직접 만듭니다.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989320"/>
            <a:ext cx="11274552" cy="402336"/>
          </a:xfrm>
          <a:prstGeom prst="roundRect">
            <a:avLst>
              <a:gd name="adj" fmla="val 20455"/>
            </a:avLst>
          </a:prstGeom>
          <a:solidFill>
            <a:srgbClr val="EDF1F8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598932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정보(장애·로그용)   </a:t>
            </a:r>
            <a:pPr indent="0" marL="0">
              <a:buNone/>
            </a:pPr>
            <a:r>
              <a:rPr lang="en-US" sz="900" dirty="0">
                <a:solidFill>
                  <a:srgbClr val="3143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product.js · 중계 api/product-proxy.jsp · 모델 5개: 상품 목록/거래선 목록(고객별 분석과 동일)/프로모션 금액/조건 비교/코멘트(공용)   ·   구성: 4-0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간 비교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문의 대응용 치트시트 — 6개 화면의 핵심 차이를 한눈에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73352"/>
                <a:gridCol w="1600200"/>
                <a:gridCol w="1572768"/>
                <a:gridCol w="1673352"/>
                <a:gridCol w="182880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 L/T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결재(공제 승인)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클레임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처리기간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연체 조건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대비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고객별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상품별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(이번 달 기본)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(이번 달 기본)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항상 지금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항상 이번 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(지난달 기본·이번 달 제외)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범위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(최근 12개월)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Apply 버튼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 (월 전용)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(단계별)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(①②③)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코멘트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(최대 3개)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(요약 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(판매 실적)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(2종)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꼭 기억할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 선택지의 원천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회사/사업부는 즉시 반영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월이 화면 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이어지지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시점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부문 필터는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목록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바꾸면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초기화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Apply하면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②③ 초기화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내부: 파일·중계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proxy.jsp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overdue.js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굵은 주황 = 문의가 잦을 것으로 예상되는 차이  ·  맨 아랫줄(내부)은 장애·로그 확인용 — 구성: 4-0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2026-08-24T11:26:23Z</dcterms:created>
  <dcterms:modified xsi:type="dcterms:W3CDTF">2026-08-24T11:26:23Z</dcterms:modified>
</cp:coreProperties>
</file>