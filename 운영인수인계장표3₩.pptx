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보강본 기준: 화면별 2장(F/B) 구조. F는 시퀀스 다이어그램, B는 파이프라인/허브 다이어그램.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★표시 = 다른 5개 화면이 상속하는 목록. 30분 캐시·토큰 선행은 2장(공통)과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±2일 superset 조회의 이유(KST vs 현지시간)가 월 경계 문의의 근본 원인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trend_stats의 추세 판정 기준(최근 3개월 vs 이전 3개월, ±5%)까지 프론트 로직.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YTD SD Rate 매출가중 누계·prev_year 명명은 실측 사고(전월 대비 오독) 재발 방지 설계.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허브 다이어그램: 파일 5종 → 서비스 2종. 화살표는 개념 연결(정확한 매핑은 표기 참조).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100584" cy="914400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051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 페이지별 상세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검증 기준  —  화면마다 프론트엔드(호출 흐름) 1장 + 백엔드(처리 로직) 1장으로 구성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SALES2/frontend/static/*.js  ·  SALES2/backend/python_code/*.py  (전량 소스 코드 검증)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32918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4.0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구조 — 요청 처리 경로와 데이터 원천 3종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8587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Review — 결재(공제 승인) 현황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42569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Claim L/T Analysis — 클레임 처리 리드타임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992624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4.3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Open Conditions — 만료 미결 조건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29184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4.4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Plan Budget — 목표 대비 실행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3858768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Customer — 고객 관점 분석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4425696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4.6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by Product — 상품 관점 분석</a:t>
            </a:r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F / 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4992624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4.7  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× 백엔드 × 데이터 원천 요약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 = 프론트엔드(트리거 → 요청 → 응답 흐름)  ·  B = 백엔드(데이터 원천 처리 파이프라인)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4.0  공통 구조 — 요청 하나가 처리되는 경로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화면의 데이터 요청은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경로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따르며, 데이터 원천은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BW · PostgreSQL 3종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명확히 구분됨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82496"/>
            <a:ext cx="2011680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JS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8064" y="1682496"/>
            <a:ext cx="2011680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프록시 JSP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(사내 중계)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55464" y="19202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1682496"/>
            <a:ext cx="2011680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(Langflow)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50608" y="19202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88352" y="1682496"/>
            <a:ext cx="2011680" cy="6400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Python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(플로우 내 실행)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45752" y="19202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83496" y="1682496"/>
            <a:ext cx="2011680" cy="640080"/>
          </a:xfrm>
          <a:prstGeom prst="rect">
            <a:avLst/>
          </a:prstGeom>
          <a:solidFill>
            <a:srgbClr val="FDF1EA"/>
          </a:solidFill>
          <a:ln w="9525">
            <a:solidFill>
              <a:srgbClr val="E8622D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(S4 / BW / PG)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450592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백엔드 Python은 Langflow 플로우 내부에서 실행됨(원본 SALES2/backend/python_code, 수정 시 플로우 재반영 필요)  ·  환경 판별: AUD_SERVICE_URL에 ".90" 포함 = dev  ·  AI Insight는 별도 플로우(6장)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816352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857500"/>
            <a:ext cx="3593592" cy="297637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57500"/>
            <a:ext cx="3593592" cy="420624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57500"/>
            <a:ext cx="21561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SAP S4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299716" y="285750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기준 정보·예산·조건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3675888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nerps-s4 (prod) / nserap13 (dev)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화면: Approval · Budget · Expired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서비스: ZGWMKC100640 / 100660 / 100670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4919472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9262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532180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장애 시 영향 범위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2816352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2857500"/>
            <a:ext cx="3593592" cy="297637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857500"/>
            <a:ext cx="3593592" cy="42062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2857500"/>
            <a:ext cx="21561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SAP BW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094476" y="285750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0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분석·집계 데이터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675888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nerps-bw (prod) / nerpsr-bw (dev)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화면: Claim L/T · Customer · Product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서비스: O_ZCMKSL003 · O_ZCMKTO022 · O_ZCMKTO008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80560" y="4919472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99262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화면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480560" y="532180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BW 장애 시 영향 범위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92440" y="2816352"/>
            <a:ext cx="3593592" cy="41148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2857500"/>
            <a:ext cx="3593592" cy="297637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2857500"/>
            <a:ext cx="3593592" cy="420624"/>
          </a:xfrm>
          <a:prstGeom prst="rect">
            <a:avLst/>
          </a:prstGeom>
          <a:solidFill>
            <a:srgbClr val="7B3A22"/>
          </a:solidFill>
          <a:ln w="12700">
            <a:solidFill>
              <a:srgbClr val="7B3A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2857500"/>
            <a:ext cx="21561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PostgreSQL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889236" y="285750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txt2adb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75320" y="3364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산출물 저장소(리스크·리포트)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75320" y="3675888"/>
            <a:ext cx="3227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주소: 10.195.114.142 · sales.log_sd_agent[_dev]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담당 기능: Approval의 리스크 플래그 · 문서 리포트</a:t>
            </a:r>
            <a:endParaRPr lang="en-US" sz="9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9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장애 시 Approval 화면은 동작, 해당 기능만 제한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75320" y="4919472"/>
            <a:ext cx="322783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4992624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기능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75320" y="532180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Approval 1개 화면의 보조 데이터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장애 발생 패턴이 곧 원천 진단 — "어느 화면들이 함께 이상 동작하는가"가 1차 진단 지표 (7장 문제 해결과 연계)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4.1  Approval Review — 프론트엔드 (approval.js)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문서(공제 승인) 현황 조회 전용 — 승인/반려는 기간계에서 수행하며, 이 화면의 응답이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서비스의 회사/BA 목록·필터 초기값의 원천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됨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1회  →  ② 조작 0회  →  ③ 월 변경+Apply 1회  →  ④ 리포트 버튼 1회  →  ⑤ Excel 0회(브라우저 생성)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시 자동 / ③ 월+Apply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월 30분 캐시 시 생략 · 첫 요청 시 토큰 발급 선행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91236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 — 결재 조회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approval_review_main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user_id · metadata{ period(조회 월),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start_date(그 월 1일), end_date(말일) 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8312" y="291236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178308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approval_inbox(미결함) + approval_all(전체) 두 덩어리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문서목록: OBKEY(문서번호)·TYPE(신규/변경/클레임)·APP_STATUS·법인/BA·제목·상신자/상신일·받은날짜·완료일·risks·통화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pendingCount/totalCount(탭 건수) · companies/BA/products(드롭다운 ★타 화면 상속) · defaultFilter(최다 법인×BA)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탭 건수→경고 배너(Inbox)→차트/표 집계→목록 렌더. 이후 모든 조작은 이 응답을 브라우저에서 재필터(서버 0회)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196596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69080"/>
            <a:ext cx="1746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행의 리포트 버튼 클릭 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48783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4069080"/>
            <a:ext cx="4343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4069080"/>
            <a:ext cx="41056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B — 문서 리포트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approval_review_fetch_report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metadata{ condition_id = 그 행의 문서번호(OBKEY) }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68312" y="48783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4069080"/>
            <a:ext cx="4142232" cy="178308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069080"/>
            <a:ext cx="3904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html_full — 사전 생성되어 DB에 저장돼 있던 리포트 HTML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받은 HTML을 그대로 화면에 표시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1회 응답에 문서·건수·드롭다운·기본값까지 포함 — 이후 탭·필터·정렬은 전부 브라우저 처리(서버 0회)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4.1  Approval Review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문서 조회 + PostgreSQL 리스크 병합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리포트는 S4가 아닌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저장분 조회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(사전 생성 구조)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45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approval_review.py 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[호출 A] 결재 조회 처리 파이프라인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956816"/>
            <a:ext cx="2031797" cy="120700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956816"/>
            <a:ext cx="181234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S4 2회 호출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ZGWMKC100640_SRV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search_type = I(미결함) / A(전체)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6721" y="24780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0749" y="1956816"/>
            <a:ext cx="2031797" cy="120700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0477" y="1956816"/>
            <a:ext cx="181234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±2일 확대 조회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S4는 KST 기준 필터·문서는 현지시간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월 경계(1일·말일) 누락 방지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(superset 조회)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54550" y="24780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8578" y="1956816"/>
            <a:ext cx="2031797" cy="120700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8306" y="1956816"/>
            <a:ext cx="181234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현지시간 월 후필터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월 소속 문서만 확정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부트스트랩(3개월 범위)은 스킵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42378" y="24780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406" y="1956816"/>
            <a:ext cx="2031797" cy="120700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6134" y="1956816"/>
            <a:ext cx="181234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PG 리스크 병합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sales.log_sd_agent에서 문서번호별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리스크·확인시각 조회 → 병합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기록 없어도 문서 유지(LEFT JOIN)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30207" y="24780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54235" y="1956816"/>
            <a:ext cx="2031797" cy="1207008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63963" y="1956816"/>
            <a:ext cx="181234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목록·기본값 생성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companies/BA/products 목록 생성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법인×BA = defaultFilter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{ inbox, all } 반환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fetch_report_html.py 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[호출 B] 문서 리포트 처리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767328"/>
            <a:ext cx="2252472" cy="8686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3767328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condition_id 수신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행의 문서번호(OBKEY)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7396" y="411937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1424" y="3767328"/>
            <a:ext cx="2252472" cy="8686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1152" y="3767328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PostgreSQL 조회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문서의 최신 report_html 1건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95900" y="411937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9928" y="3767328"/>
            <a:ext cx="2252472" cy="86868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9656" y="3767328"/>
            <a:ext cx="2033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반환 — S4 미호출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리포트는 별도 프로세스가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생성해 DB에 저장해 둔 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92440" y="3767328"/>
            <a:ext cx="3593592" cy="86868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02168" y="3767328"/>
            <a:ext cx="3374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원천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S4 (ZGWMKC100640_SRV)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(sales.log_sd_agent)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92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병합 방식이 LEFT JOIN이므로 PostgreSQL 장애 시에도 문서 목록은 정상 표시 — 리스크 플래그·리포트만 결손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장애 중에도 리포트 열람은 가능(DB 조회) — 반대로 PG 장애 시 화면은 뜨되 리스크·리포트만 결손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4.2  Claim L/T Analysis — 프론트엔드 (claim.js)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클레임 접수~완료 소요기간(L/T) 분석 —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거래선에서, 우리 쪽/고객 쪽 지연인지"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보는 화면  (Base Month 당월 기본 + 법인/BA)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진입/Apply 1회  →  ② AI 자동 1회  →  ③ 토글·정렬 0회  →  ④ Excel 0회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시 자동 / Apply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있으면 생략 · 월/법인/BA 변경 후 Apply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91236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 — 대시보드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claim_lead_time_main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period(조회 월) · user_id ·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filter{ company_code, business_area, currency 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8312" y="291236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178308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trend(12개월 평균 L/T) · steps(일반 단계 + Customer/Samsung Delay) · customers(거래선별 L/T·지연·건수) · companyAvg(토글 기준선) · kpi(전체 평균 L/T·총 건수)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KPI 카드 → 12개월 추이 → 단계별 차트 → by Customer 표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"Over Company Avg" 토글·정렬은 이 데이터를 로컬에서 필터링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196596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069080"/>
            <a:ext cx="1746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호출 A 완료 직후 자동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"Generating AI Insight…" 표시 · 동일 조건 문구 캐시 시 생략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48783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4069080"/>
            <a:ext cx="4343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4069080"/>
            <a:ext cx="41056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B — AI Insight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cl_lt_ai_insight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data_front ★원본이 아닌 프론트 계산 통계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overall(평균·지연 일수/비중) · samsung_top 3 ·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customer_delay_top 3 · trend_stats(전월比·12개월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최고 여부·±5% 기준 추세 방향)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68312" y="487832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4069080"/>
            <a:ext cx="4142232" cy="178308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4069080"/>
            <a:ext cx="390448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분석 문구 — 예: "3월 평균 L/T 63.9일, Customer Delay 49.1일이 주요 병목, 전월 133.0→176.0일로 12개월 최고치…"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Insight 박스만 부분 갱신 · 문구를 조회 캐시에 함께 저장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AI에는 원본이 아니라 프론트가 계산한 고정 크기 통계(data_front)만 전달 — 응답 품질·비용·오독을 동시에 통제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4.2  Claim L/T Analysis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BW 서비스에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쿼리를 병렬 실행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하나의 응답으로 조립  (cl_lt_fetch_odata.py)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286000" cy="265176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28800"/>
            <a:ext cx="206654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period(조회 월)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/ BA / 통화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307238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828800"/>
            <a:ext cx="47548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9019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 O_ZCMKSL003_Q0201_SRV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ThreadPoolExecutor — 4개 쿼리 동시 실행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0128" y="2542032"/>
            <a:ext cx="210312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9856" y="2542032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monthly_report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추이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50408" y="2542032"/>
            <a:ext cx="210312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2542032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by_step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소요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10128" y="3438144"/>
            <a:ext cx="210312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343814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by_customer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50408" y="3438144"/>
            <a:ext cx="2103120" cy="7772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3438144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by_customer_total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46136" y="307238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0456" y="1828800"/>
            <a:ext cx="3465576" cy="265176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182880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병합·변환 → 응답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period, availablePeriods,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trend(12개월), steps(지연 단계 포함),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customers, companyAvg, kpi }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결과를 프론트 형식 하나로 조립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7091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지연이 발생하면 개별 쿼리 단위가 아니라 O_ZCMKSL003 서비스 레벨 상태부터 확인 — 4쿼리가 같은 서비스를 공유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화면의 성능은 4개 병렬 쿼리 중 가장 느린 쿼리에 좌우됨 — 지연 분석 시 서비스 레벨부터 점검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4.3  Expired Open Conditions — 프론트엔드 (overdue.js)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유효기간이 지났는데 정산이 끝나지 않은 조건 모니터링 —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필터가 없는 유일한 화면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(항상 "지금 시점" 스냅샷 · 법인/BA만)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진입/Apply 2회  →  ② AI 자동 1회  →  ③ Division 선택·정렬 0회  →  ④ Excel 0회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진입/Apply 시 자동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6060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 — 메인 대시보드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expired_conditions_main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user_id · filter{ 법인, BA, 통화 }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※ period는 빈 값 — 기간 개념이 없음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8312" y="26060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Division별 연체금액 + 경과기간(aging) 구간 분포 · Division 안의 거래선별 상세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By Division 표(연체금액↓, 단위 K는 표 주석) → 행 선택 시 By Customer 표를 로컬 데이터로 전개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392424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392424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호출 A와 동시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(별도 모델)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38953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3392424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3392424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B — By Condition 목록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(모델 ID만 다름)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호출 A와 동일한 filter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68312" y="38953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3392424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392424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개별 조건 목록 — 조건번호·거래선·금액·경과일수, delayDays↓ 정렬 + 총 건수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By Condition 표 렌더 (정렬 변경은 로컬)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681728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681728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호출 A 완료 직후 자동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87168" y="518464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4681728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25496" y="4681728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C — AI Insight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expired_ai_insight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data_front — overall_scale(충당 Balance·90일+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금액/비중) · division_over90↓ · division_top_customers ·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over2years(2년+ 금액·건수)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68312" y="518464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4681728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681728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분석 문구 — 예: "충당 885.2M SEK, 90일+ 132.1M(3.5%), Mobile 529.0M(60%)…, 2년 경과 1M$(20건)"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Insight 박스 부분 갱신 + 캐시 저장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 파라미터 자체가 없음 — "지난달 기준" 요구는 API 차원에서 불가 · By Condition만 별도 모델(부분 장애 식별 지점)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4.3  Expired Open Conditions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S4 서비스(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ZGWMKC100670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)를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갈래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조회 — By Condition은 설정 파일 기반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0078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expired_cd_fetch_odata.py 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[호출 A] 메인 대시보드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011680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S4 호출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ZGWMKC100670_SRV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 / BA / 통화 필터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7396" y="243230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1424" y="2011680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1152" y="2011680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집계 변환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By Division / By Customer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구조로 변환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95900" y="243230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19928" y="2011680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9656" y="2011680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반환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연체금액 + aging 구간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거래선 상세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expired_cd_fetch_odata_extra.py  </a:t>
            </a:r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[호출 B] By Condition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529584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동일 SRV·별도 payload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ZGWMKC100670을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요청 본문으로 호출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7396" y="395020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1424" y="3529584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1152" y="3529584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정렬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목록을 delayDays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내림차순으로 정렬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95900" y="395020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19928" y="3529584"/>
            <a:ext cx="2252472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9656" y="3529584"/>
            <a:ext cx="2033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반환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목록 + 총 건수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2011680"/>
            <a:ext cx="3593592" cy="2523744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2011680"/>
            <a:ext cx="337413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 의존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backend/config/config_expired.json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expired_conditions_extra_payload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expired_conditions_extra_feed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expired_conditions_extra_field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payload·필드 매핑을 코드가 아닌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설정에서 로드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필드 추가·변경 요청 시 1차 확인 지점은 Python 코드가 아니라 config_expired.json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호출이 같은 S4 서비스를 공유 — 서비스 장애 시 화면 전체, payload 문제 시 By Condition만 결손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4.4  Target Plan Budget — 프론트엔드 (budget.js)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월/분기 목표 대비 집행(Estimate) 현황 — 기간 필터 없음(당월 자동) ·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Division은 DETAIL 전용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위가 안 바뀌는 것이 정상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진입/Apply 1회  →  ② AI 자동 1회  →  ③ DETAIL Division 변경 1회  →  ④ SD Type/Status·정렬 0회  →  ⑤ Excel 0회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진입/Apply 시 자동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★이 호출만 proxy.jsp 경유(JWT 첨부)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26060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 — Budget 조회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(proxy.jsp 경로)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법인(company_code) / BA(business_area)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Division 없이 전체 기준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68312" y="260604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kpi(월/분기 목표·집행·집행률) · budgetRows(Div×SD Type×월6+분기6 매트릭스) · div/statusOptions · conditionGroups(DETAIL) · conditionGrandTotal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상단 카드(Execution %) → SUMMARY(3단 병합 헤더) → DETAIL(100행+Show more). SD Type/Status·정렬은 로컬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3392424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392424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호출 A 완료 직후 자동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api/claim-proxy.jsp 경유 — 두 프록시를 쓰는 유일 사례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87168" y="38953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3392424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3392424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B — AI Insight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budget_ai_insight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data_front — 전체 규모(월/분기 목표·집행·률) +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집행률 100% 초과 Division만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(SUMMARY 전체 행·조건 목록은 미전송)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68312" y="38953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3392424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392424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집행 현황 분석 문구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Insight 박스 부분 갱신 + 캐시 저장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4681728"/>
            <a:ext cx="1965960" cy="1170432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681728"/>
            <a:ext cx="17465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DETAIL의 Division 변경 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87168" y="518464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4681728"/>
            <a:ext cx="434340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25496" y="4681728"/>
            <a:ext cx="4105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C — DETAIL 재조회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5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(호출 A와 동일 + division 지정)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호출 A와 동일하되 division 지정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068312" y="518464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4681728"/>
            <a:ext cx="4142232" cy="1170432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681728"/>
            <a:ext cx="390448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응답 중 conditionGroups만 사용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DETAIL 섹션만 다시 그림 — 전체 응답으로 덮으면 상단이 그 Division만 남는 버그가 있어 의도적 부분 갱신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화면·두 프록시(A는 proxy.jsp / B는 claim-proxy) — 대시보드·Insight의 부분 장애가 구조적으로 가능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4.4  Target Plan Budget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예산 집계를 수신해 화면 형식으로 변환  (fetch_budget_target_plan_s4_odata.py — 호출 A·C 공용)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20240"/>
            <a:ext cx="2603754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920240"/>
            <a:ext cx="2384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요청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PI_BUKRS(법인)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PI_GSBER(BA)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division 지정 시 = 호출 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38678" y="25237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2706" y="1920240"/>
            <a:ext cx="2603754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2434" y="1920240"/>
            <a:ext cx="2384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S4 호출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ZGWMKC100660_SRV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파라미터 없음(당월)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98464" y="25237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22492" y="1920240"/>
            <a:ext cx="2603754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920240"/>
            <a:ext cx="2384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집계 수신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M_DATA — 월별 예산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Q_DATA — 분기별 예산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58250" y="2523744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82278" y="1920240"/>
            <a:ext cx="2603754" cy="137160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2006" y="1920240"/>
            <a:ext cx="2384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변환 → 응답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kpi{month,quarter} · budgetRows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divOptions · statusOptions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conditionGroups · GrandTotal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5394960" cy="1051560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657600"/>
            <a:ext cx="5175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상태 코드 매핑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= Approved   ·   IP = In Proc.   ·   PY = Paid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422392" cy="1051560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3657600"/>
            <a:ext cx="5202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7B3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Insight 경로 (참고)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API와 별도 플로우(6장) — api/claim-proxy.jsp 경유</a:t>
            </a:r>
            <a:endParaRPr lang="en-US" sz="11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대시보드(proxy.jsp)와 경로가 달라 부분 장애 가능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9377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호출 C(DETAIL 재조회)도 같은 파일이 처리 — 응답은 동일 구조이며 프론트가 conditionGroups만 취사 사용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파라미터가 없는 API — "과거 월 예산 조회" 요구는 이 구조로는 불가(별도 개발 사안)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4.5  Analysis by Customer — 프론트엔드 (customer.js)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고객(Account) 하나를 깊이 파는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3-Stage 구조(Apply 3개)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위 단계를 조회해야 아래 필터가 채워짐 · 상위 변경 시 하위 전부 무효화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1회 → ② Stage1 Apply 3회 병렬 → ③ AI 자동 1회 → ④ Stage2 1회 → ⑤ Stage3 1회 → ⑥ 법인/BA 변경 시 목록 재조회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시 자동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238201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 — 거래선 목록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customer_account_list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filter{ 법인·BA·통화·divisions(approval 캐시)·start/end 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68312" y="238201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accounts[{code, name}] → 드롭다운 채움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code가 이후 모든 Stage 요청의 filter.account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882189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882189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Stage 1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1개 + Division 다중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87168" y="3161081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2882189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2882189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B·C·D — 3회 병렬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monthly_trend / by_activity / 옵션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12개월×{당년/전년 매출, 당년/전년 SD Rate}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활동별 4단계 계층 트리 · D: Product·TIM 옵션+상품맵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68312" y="3161081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2882189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882189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B→Monthly Trend 차트 · C→By Activity 표(level 3↓ 기본 접힘) · D→Stage 2 드롭다운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D가 실패해도 B·C 화면은 정상 표시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661258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661258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B·C 완료 직후 자동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394015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3661258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25496" y="3661258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E — Stage 1 AI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customer_ai_insight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monthly_trend_stats — 당월/YTD 전년比(%), SD Rate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%p차, YTD SD Rate는 매출가중 누계(Σ차감/Σ매출)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68312" y="394015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3661258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661258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전년 대비·추세 분석 문구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필드명 전부 *_prev_year/yoy — "전월 대비" 오독 차단 · 금액은 "12,925K" 완성 문자열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440326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440326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Stage 2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+ TIM Activity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87168" y="471921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6624" y="4440326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4440326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F — 진행 중 SPOT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customer_ongoing_conditions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period = Base Month가 아니라 항상 KST 당월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("진행 중"은 현재 시점 개념)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68312" y="471921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87768" y="4440326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4440326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ongoingConditions — 진행 중 SPOT 조건 목록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표 렌더 + 자체 AI Insight 자동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5219395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219395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Stage 3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기간·상품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87168" y="5498287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06624" y="5219395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25496" y="5219395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G — Sell-out 비교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customer_sell_out_cond_comparison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comparing{ A/B 각 from·to·products }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기본 A=당월 1일~말일, B=전월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68312" y="5498287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87768" y="5219395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5219395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A/B 활동별 금액·비중 → 도넛(비중/금액 전환)+A/B Condition List 탭+자체 AI. Excel은 브라우저 생성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빌더는 편집 중 체크박스가 아닌 Apply 확정 스냅샷을 읽음 — 조회 중 조작해도 Insight가 화면과 어긋나지 않음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4.5  Analysis by Customer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OData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 5종이 호출별 역할을 분담  (2종은 Product 화면과 공용)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577840" cy="676656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83080"/>
            <a:ext cx="5358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cust_list_fetch_odata.py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법인×BA 거래선 목록  ★Product 화면 공용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08192" y="2121408"/>
            <a:ext cx="1737360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569464"/>
            <a:ext cx="5577840" cy="676656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569464"/>
            <a:ext cx="5358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cust_fetch_activity.py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[C] 활동별 집계 (과거연도+비교월)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08192" y="2907792"/>
            <a:ext cx="1737360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3355848"/>
            <a:ext cx="5577840" cy="676656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355848"/>
            <a:ext cx="5358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cust_ongoing_cond.py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[F] 진행 중 SPOT 조건 목록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3694176"/>
            <a:ext cx="1737360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4142232"/>
            <a:ext cx="5577840" cy="676656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142232"/>
            <a:ext cx="5358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sell_out_cond_comparison.py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[G] A/B 기간·상품 비교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4480560"/>
            <a:ext cx="1737360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" y="4928616"/>
            <a:ext cx="5577840" cy="676656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4928616"/>
            <a:ext cx="5358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cust_monthly_trend.py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[B] 당년·전년 월별 매출/SD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5266944"/>
            <a:ext cx="1737360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63840" y="1783080"/>
            <a:ext cx="3822192" cy="3035808"/>
          </a:xfrm>
          <a:prstGeom prst="rect">
            <a:avLst/>
          </a:prstGeom>
          <a:solidFill>
            <a:srgbClr val="FFFFFF"/>
          </a:solidFill>
          <a:ln w="9525">
            <a:solidFill>
              <a:srgbClr val="E86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1783080"/>
            <a:ext cx="3602736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 O_ZCMKTO022_Q0003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거래선 목록 · 활동별 집계 ·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 조건 · Sell-out 비교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(위 4개 파일이 공유)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63840" y="4928616"/>
            <a:ext cx="38221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862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4928616"/>
            <a:ext cx="36027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 O_ZCMKTO008_Q0201</a:t>
            </a:r>
            <a:endParaRPr lang="en-US" sz="10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9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매출/SD Rate (monthly_trend 전용)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cust_list·옵션 API는 Product 화면과 공용 — 한쪽 수정이 두 화면에 영향(회귀 확인 필수)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4.6  Analysis by Product — 프론트엔드 (product.js)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1·2·3번 계단 필터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1번 Apply 후 2·3번이 유효하며, 1번 재Apply 시 하위 선택까지 무효화 · Period 기본 = 11개월 전~당월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요약   </a:t>
            </a:r>
            <a:pPr indent="0" marL="0">
              <a:buNone/>
            </a:pPr>
            <a:r>
              <a:rPr lang="en-US" sz="10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2회 병렬 → ② 1번 Apply 1회 → ③ AI 자동 1회 → ④ 2번 Apply 0회(로컬) → ⑤ 3번 Apply 1회 → ⑥ Excel 0회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 (언제)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88336" y="188366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(무엇을 보내나)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51192" y="1883664"/>
            <a:ext cx="4142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(무엇을 받고, 화면이 하는 일)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103120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진입 시 2회 병렬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238201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06624" y="2103120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2103120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A·B — 목록 2종  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800" dirty="0">
                <a:solidFill>
                  <a:srgbClr val="B24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/ customer_account_list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Division별 상품+TIM 옵션+상품맵(productsByDiv)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거래선 목록 (Customer 화면과 같은 API)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68312" y="2382012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87768" y="2103120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{products, activities, productsByDiv} · {accounts} → 1번 필터 바 드롭다운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Period 변경 Apply 시 두 목록도 재조회 — 옛 기간 목록이 새 캐시를 오염시키는 것 방지(의도)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882189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2882189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1번 필터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법인/BA 필수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87168" y="3161081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06624" y="2882189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25496" y="2882189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C — Promotion Amount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법인/BA + Division + Period(from~to) + 상품·고객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68312" y="3161081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87768" y="2882189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882189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deduction{ total("84,479.80 EUR"), byAccount↓, byActivity } + Condition Detail용 조건 목록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BY ACCOUNT/ACTIVITY 카드 + Detail 보관 · "84,479.8K EUR"로 재포맷(소수 1자리+K)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3661258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661258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호출 C 완료 직후 자동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87168" y="394015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3661258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25496" y="3661258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D — AI Insight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data_front — total(완성 문자열)·통화 · top_customers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2개만(+합산 점유율) · top_activities 3개만 + other 집계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68312" y="3940150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87768" y="3661258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3661258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프로모션 집중도 분석 문구</a:t>
            </a:r>
            <a:endParaRPr lang="en-US" sz="8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상위 N+나머지 집계로 자르는 이유: 전체 전송 시 활동 8개를 전부 나열한 실측 사고 — 데이터에 없으면 못 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4440326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440326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2번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 Detail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87168" y="471921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06624" y="4440326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5496" y="4440326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호출 0회 — 로컬 필터</a:t>
            </a:r>
            <a:endParaRPr lang="en-US" sz="9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C에서 받아둔 조건 목록을 선택 고객·활동으로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필터링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68312" y="4719218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87768" y="4440326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4440326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옵션 = 1번에서 상속한 목록 ∩ 실제 조건에 등장한 고객만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5219395"/>
            <a:ext cx="1965960" cy="722376"/>
          </a:xfrm>
          <a:prstGeom prst="rect">
            <a:avLst/>
          </a:prstGeom>
          <a:solidFill>
            <a:srgbClr val="F2F2F2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219395"/>
            <a:ext cx="17465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3번 Apply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A/B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87168" y="5498287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06624" y="5219395"/>
            <a:ext cx="4343400" cy="722376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25496" y="5219395"/>
            <a:ext cx="4105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E — Condition Comparison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보냄: 고객 A/B 각각의 코드 + 1번 필터 조건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68312" y="5498287"/>
            <a:ext cx="182880" cy="164592"/>
          </a:xfrm>
          <a:prstGeom prst="rightArrow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87768" y="5219395"/>
            <a:ext cx="4142232" cy="722376"/>
          </a:xfrm>
          <a:prstGeom prst="rect">
            <a:avLst/>
          </a:prstGeom>
          <a:solidFill>
            <a:srgbClr val="FDF1EA"/>
          </a:solidFill>
          <a:ln w="9525">
            <a:solidFill>
              <a:srgbClr val="EFC7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5219395"/>
            <a:ext cx="390448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받음: A/B 활동별 금액·비중 → 비교 차트 + Condition List · Excel 2종은 브라우저 생성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2번은 서버 0회(로컬) — "2번 표 이상"은 서버가 아닌 선택·필터 문제 · Period 변경은 목록 재조회를 동반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4.6  Analysis by Product — 백엔드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단일 서비스(O_ZCMKTO022_Q0003)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 4종이 역할 분담 (2종은 Customer 화면과 공용)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6126480" cy="804672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28800"/>
            <a:ext cx="5907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fetch_products_activites.py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[A] 상품 목록+활동 옵션+상품맵  ★Customer Stage 2 옵션과 공용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56832" y="2231136"/>
            <a:ext cx="1207008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761488"/>
            <a:ext cx="6126480" cy="804672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761488"/>
            <a:ext cx="5907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cust_list_fetch_odata.py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[B] 거래선 목록  ★Customer 화면과 공용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56832" y="3163824"/>
            <a:ext cx="1207008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" y="3694176"/>
            <a:ext cx="6126480" cy="804672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694176"/>
            <a:ext cx="5907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product_analysis_promotion_amt_fetch_odata.py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[C] 프로모션 금액 집계 — total / byAccount / byActivity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56832" y="4096512"/>
            <a:ext cx="1207008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" y="4626864"/>
            <a:ext cx="6126480" cy="804672"/>
          </a:xfrm>
          <a:prstGeom prst="rect">
            <a:avLst/>
          </a:prstGeom>
          <a:solidFill>
            <a:srgbClr val="F7F7F7"/>
          </a:solidFill>
          <a:ln w="9525">
            <a:solidFill>
              <a:srgbClr val="C9C9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626864"/>
            <a:ext cx="5907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condition_comparision_by_customer_fetch_odata.py</a:t>
            </a:r>
            <a:endParaRPr lang="en-US" sz="100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[E] 고객 A/B 비교 — account별 각각 조회 후 병합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56832" y="5029200"/>
            <a:ext cx="1207008" cy="0"/>
          </a:xfrm>
          <a:prstGeom prst="line">
            <a:avLst/>
          </a:prstGeom>
          <a:noFill/>
          <a:ln w="15875">
            <a:solidFill>
              <a:srgbClr val="E8622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82128" y="1828800"/>
            <a:ext cx="3803904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E862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1856" y="1828800"/>
            <a:ext cx="3584448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BW  O_ZCMKTO022_Q0003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화면의 전 API가 단일 서비스 사용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필터는 하이브리드 적용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(서버 필터 + 후필터 · sell_out과 동일</a:t>
            </a:r>
            <a:endParaRPr lang="en-US" sz="1150" dirty="0"/>
          </a:p>
          <a:p>
            <a:pPr indent="0" marL="0">
              <a:lnSpc>
                <a:spcPct val="108000"/>
              </a:lnSpc>
              <a:spcAft>
                <a:spcPts val="1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 — URL 길이 제한 회피)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56235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[E]는 고객 A·B를 각각 BW 조회한 뒤 병합 — A/B 중 한쪽만 이상한 결과가 나올 수 있는 구조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API가 단일 BW 서비스 의존 — 해당 서비스 장애 시 목록 포함 화면 전체 기능 정지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82296" cy="512064"/>
          </a:xfrm>
          <a:prstGeom prst="rect">
            <a:avLst/>
          </a:prstGeom>
          <a:solidFill>
            <a:srgbClr val="E8622D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7432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4.7  화면 × 백엔드 × 데이터 원천 요약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화면-백엔드-원천 매핑이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1:1로 명확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하여, 장애 시 </a:t>
            </a:r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화면의 패턴이 곧 원천 진단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됨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118311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00784"/>
          <a:ext cx="11183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5486400"/>
                <a:gridCol w="29077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 JS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Python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원천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approval_review.py / fetch_report_html.py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(ZGWMKC100640)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PostgreSQL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 L/T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claim.js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cl_lt_fetch_odata.py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(O_ZCMKSL003_Q0201)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overdue.js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expired_cd_fetch_odata.py / expired_cd_fetch_odata_extra.py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(ZGWMKC100670)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fetch_budget_target_plan_s4_odata.py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A4A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S4 (ZGWMKC100660)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customer.js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cust_list / cust_monthly_trend / cust_fetch_activity / cust_ongoing_cond / sell_out_cond_comparison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(O_ZCMKTO022 · O_ZCMKTO008)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product.js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fetch_products_activites / product_analysis_promotion_amt / condition_comparision_by_customer (+cust_list 공용)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8622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BW (O_ZCMKTO022)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0468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절분:  </a:t>
            </a:r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장애 → Approval·Budget·Expired 3개 화면  ·  BW 장애 → Claim L/T·Customer·Product 3개 화면  ·  PostgreSQL 장애 → Approval 화면은 동작, 리스크 플래그·문서 리포트만 결손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5998464"/>
            <a:ext cx="11183112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862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59984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57400" y="5998464"/>
            <a:ext cx="9464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화면들이 함께 이상 동작하는가" = 원천 진단의 1차 지표 — 화면 생사 패턴을 먼저 확인 후 원천 점검 (7장 연계)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SALES2 운영 인수인계  ·  4. 페이지별 상세 (코드 검증)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92840" y="65471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2026-08-25T00:38:31Z</dcterms:created>
  <dcterms:modified xsi:type="dcterms:W3CDTF">2026-08-25T00:38:31Z</dcterms:modified>
</cp:coreProperties>
</file>