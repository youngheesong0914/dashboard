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주간 업무 계획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73836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매출차감 핵심 5개 영역의 AI Navigator 기획을 완료하고, 4개 영역 화면 구현 및 백엔드 API 개발에 착수함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303020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2618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OData 연동 기반 실데이터 검증과 화면 고도화를 진행하고, Analysis for Customer 화면을 확정하고자 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5468112" cy="420624"/>
          </a:xfrm>
          <a:prstGeom prst="chevron">
            <a:avLst/>
          </a:prstGeom>
          <a:solidFill>
            <a:srgbClr val="80808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00784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W29 (7/13 ~ 7/17)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4681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31136"/>
            <a:ext cx="508406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업무 중 판단이 필요한 핵심 5개 영역 AI Navigator 기획 완료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확정 (Approval Review · Claim L/T Analysis · Expired Open Conditions · SPOT Budget for Target Plan)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영역(Analysis for Customer)은 요건 정의 완료, 화면 기획 예정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구현 및 목업 데이터 기반 동작 검증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정렬 · 차트 연동 등 인터랙션 포함 화면 1차 구현 완료 (전 기능 시연 가능)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 개발 완료 시 화면 수정 없이 실데이터로 전환 가능한 구조 적용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설계 및 개발 착수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계약 5종 정의 — 화면 · 백엔드 병행 개발 체계 확보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· Claim L/T Analysis는 개발 진행 중(마무리 단계), 잔여 영역은 OData 개발 일정에 맞춰 착수 예정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700784"/>
            <a:ext cx="5468112" cy="420624"/>
          </a:xfrm>
          <a:prstGeom prst="chevron">
            <a:avLst/>
          </a:prstGeom>
          <a:solidFill>
            <a:srgbClr val="1428A0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700784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W30 (7/20 ~ 7/24)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121408"/>
            <a:ext cx="54681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231136"/>
            <a:ext cx="508406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개발 완료 및 실데이터 기반 검증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 연동 후 목업 대비 실데이터 차이(포맷 · 집계 기준) 확인 및 화면 보완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· Budget 영역은 OData 개발 완료 즉시 연동 착수 (일정 의존)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고도화 및 Analysis for Customer 화면 확정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검증 피드백 반영 화면 고도화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for Customer 화면 설계 → 현업 리뷰 → 확정, 확정 즉시 목업 기반 구현 착수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적용 확대 준비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 요약 슬롯 적용 설계 (Claim L/T 1차 적용 경험 기반)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7376" y="6281928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협조 필요 : OData 개발 일정 확정 · 백엔드 구동 환경 확보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Sales Deduction AI Navigator 주요 기능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73836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업무 중 판단이 필요한 6개 영역을 커버하며, 현황 요약 → 리스크 식별 → 개선 방향 제시로 연결되는 화면 체계를 구성함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1729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72974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00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729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17297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1" name="Image 0" descr="thumb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1546860" cy="1237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2304288"/>
            <a:ext cx="1546860" cy="1237488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3651504"/>
            <a:ext cx="1510284" cy="232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경로 건 </a:t>
            </a:r>
            <a:pPr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Review</a:t>
            </a:r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· 단계별 Risk 요약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2648" y="6126480"/>
            <a:ext cx="151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397252" y="1316736"/>
            <a:ext cx="1729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L/T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97252" y="1554480"/>
            <a:ext cx="172974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2461260" y="1600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397252" y="1554480"/>
            <a:ext cx="1729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97252" y="2212848"/>
            <a:ext cx="17297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20" name="Image 1" descr="thumb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692" y="2304288"/>
            <a:ext cx="1546860" cy="12374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488692" y="2304288"/>
            <a:ext cx="1546860" cy="1237488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06980" y="3651504"/>
            <a:ext cx="1510284" cy="232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</a:t>
            </a:r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L/T 지연 구간 · 우선 리뷰 거래선 요약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506980" y="6126480"/>
            <a:ext cx="151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 · AI 적용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291584" y="1316736"/>
            <a:ext cx="1729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 Aging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291584" y="1554480"/>
            <a:ext cx="172974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2"/>
          <p:cNvSpPr/>
          <p:nvPr/>
        </p:nvSpPr>
        <p:spPr>
          <a:xfrm>
            <a:off x="4355592" y="1600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291584" y="1554480"/>
            <a:ext cx="1729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291584" y="2212848"/>
            <a:ext cx="17297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29" name="Image 2" descr="thumb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024" y="2304288"/>
            <a:ext cx="1546860" cy="123748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383024" y="2304288"/>
            <a:ext cx="1546860" cy="1237488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401312" y="3651504"/>
            <a:ext cx="1510284" cy="232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Aging band별 미결 충당 잔액 · </a:t>
            </a:r>
            <a:pPr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채권</a:t>
            </a:r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하이라이트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401312" y="6126480"/>
            <a:ext cx="151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185916" y="1316736"/>
            <a:ext cx="1729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185916" y="1554480"/>
            <a:ext cx="172974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0"/>
          <p:cNvSpPr/>
          <p:nvPr/>
        </p:nvSpPr>
        <p:spPr>
          <a:xfrm>
            <a:off x="6249924" y="1600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6185916" y="1554480"/>
            <a:ext cx="1729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[SPOT] Target Plan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vs. Est.Actual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185916" y="2212848"/>
            <a:ext cx="17297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8" name="Image 3" descr="thumb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2304288"/>
            <a:ext cx="1546860" cy="123748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6277356" y="2304288"/>
            <a:ext cx="1546860" cy="1237488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295644" y="3651504"/>
            <a:ext cx="1510284" cy="232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</a:t>
            </a:r>
            <a:pPr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사용 현황</a:t>
            </a:r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월 / 분기 추적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6295644" y="6126480"/>
            <a:ext cx="151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8080248" y="1316736"/>
            <a:ext cx="1729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분석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8080248" y="1554480"/>
            <a:ext cx="172974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38"/>
          <p:cNvSpPr/>
          <p:nvPr/>
        </p:nvSpPr>
        <p:spPr>
          <a:xfrm>
            <a:off x="8144256" y="1600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8080248" y="1554480"/>
            <a:ext cx="1729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8080248" y="2212848"/>
            <a:ext cx="17297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47" name="Image 4" descr="thumb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688" y="2304288"/>
            <a:ext cx="1546860" cy="1237488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8171688" y="2304288"/>
            <a:ext cx="1546860" cy="1237488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8189976" y="3651504"/>
            <a:ext cx="1510284" cy="232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기준</a:t>
            </a:r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SD 실적 · 프로모션 분석 (AI 요약)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8189976" y="6126480"/>
            <a:ext cx="151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 · AI 적용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9974580" y="1316736"/>
            <a:ext cx="1729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분석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9974580" y="1554480"/>
            <a:ext cx="172974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Text 46"/>
          <p:cNvSpPr/>
          <p:nvPr/>
        </p:nvSpPr>
        <p:spPr>
          <a:xfrm>
            <a:off x="10038588" y="1600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750" dirty="0"/>
          </a:p>
        </p:txBody>
      </p:sp>
      <p:sp>
        <p:nvSpPr>
          <p:cNvPr id="54" name="Text 47"/>
          <p:cNvSpPr/>
          <p:nvPr/>
        </p:nvSpPr>
        <p:spPr>
          <a:xfrm>
            <a:off x="9974580" y="1554480"/>
            <a:ext cx="1729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9974580" y="2212848"/>
            <a:ext cx="17297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56" name="Image 5" descr="thumb_0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6020" y="2304288"/>
            <a:ext cx="1546860" cy="1237488"/>
          </a:xfrm>
          <a:prstGeom prst="rect">
            <a:avLst/>
          </a:prstGeom>
        </p:spPr>
      </p:pic>
      <p:sp>
        <p:nvSpPr>
          <p:cNvPr id="57" name="Shape 49"/>
          <p:cNvSpPr/>
          <p:nvPr/>
        </p:nvSpPr>
        <p:spPr>
          <a:xfrm>
            <a:off x="10066020" y="2304288"/>
            <a:ext cx="1546860" cy="1237488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10084308" y="3651504"/>
            <a:ext cx="1510284" cy="232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기준</a:t>
            </a:r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집행 분석 · 거래선 / Activity 집계</a:t>
            </a:r>
            <a:endParaRPr lang="en-US" sz="950" dirty="0"/>
          </a:p>
        </p:txBody>
      </p:sp>
      <p:sp>
        <p:nvSpPr>
          <p:cNvPr id="59" name="Text 51"/>
          <p:cNvSpPr/>
          <p:nvPr/>
        </p:nvSpPr>
        <p:spPr>
          <a:xfrm>
            <a:off x="10084308" y="6126480"/>
            <a:ext cx="151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 · AI 적용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502920" y="6547104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6개 영역 화면은 목업 데이터 기반 구현 · 검증 완료 상태이며, OData 개발 완료 시 화면 수정 없이 실데이터로 전환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Approval Review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미결함 · 결재 경로의 상신 / 결재 / 합의 / 통보 건에 대한 AI Agent Review 결과를 제공하고, 단계별 Risk 발생 현황을 요약함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335024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335024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3108" y="1335024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상신 · 결재 · 합의 · 통보 담당자 · 일일 결재 처리 시</a:t>
            </a:r>
            <a:endParaRPr lang="en-US" sz="1000" dirty="0"/>
          </a:p>
        </p:txBody>
      </p:sp>
      <p:pic>
        <p:nvPicPr>
          <p:cNvPr id="14" name="Image 0" descr="sho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3445734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2770703" y="3054799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770703" y="304565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72371" y="4135902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472371" y="41267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05854" y="1700784"/>
            <a:ext cx="7298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405854" y="1975104"/>
            <a:ext cx="72984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미결함 및 결재 경로에 있는 상신 · 결재 · 합의 · 통보 건에 대한 AI Agent Review 결과 제공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법인 / BA 선택 조회 — 초기값은 Document 수가 가장 많은 법인 / BA로 자동 설정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05854" y="2962656"/>
            <a:ext cx="7298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405854" y="3236976"/>
            <a:ext cx="72984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AI Agent Review 기반 단계(CREATE · CHANGE · CLAIM)별 Risk 발생 건수 · 발생 빈도 요약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컨디션 / 클레임 건별 AI Review 결과 상세 제공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05854" y="6355080"/>
            <a:ext cx="7298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결재 누락 방지 · 건별 검토 시간 단축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Claim L/T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Insight가 Claim L/T 주요 지연 구간 · Monthly Trend · 우선 리뷰 거래선을 요약하고, 거래선별 구간 L/T 정보를 제공함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제시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335024"/>
            <a:ext cx="2162556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335024"/>
            <a:ext cx="2162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· AI 적용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39996" y="1335024"/>
            <a:ext cx="7210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담당자 · 월 정산 마감 후 L/T 리뷰 시</a:t>
            </a:r>
            <a:endParaRPr lang="en-US" sz="1000" dirty="0"/>
          </a:p>
        </p:txBody>
      </p:sp>
      <p:pic>
        <p:nvPicPr>
          <p:cNvPr id="12" name="Image 0" descr="shot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2985333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674827" y="2419807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4827" y="241066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33370" y="3372917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033370" y="336377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1754" y="5143439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1754" y="5134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945453" y="1700784"/>
            <a:ext cx="77588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945453" y="1975104"/>
            <a:ext cx="77588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 L/T을 기간 · 법인 · BA · 제품 기준으로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Step별 분해로 지연 원인 구간을 파악하고 법인 개선 활동 유도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45453" y="2962656"/>
            <a:ext cx="77588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945453" y="3236976"/>
            <a:ext cx="77588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AI Insight — LLM이 주요 지연 구간 · Monthly Trend · 우선 리뷰 대상 거래선을 요약해 주의 지점 제시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Claim L/T 주요 지연 구간(Step별)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거래선(Customer)별 Claim L/T Total · 처리 구간별 L/T 상세 제공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45453" y="6355080"/>
            <a:ext cx="77588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구간 조기 식별 · 분석 소요 시간 단축 (AI 요약)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Expired Open Conditions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미결(Open) 컨디션 충당 잔액을 Aging band별로 시각화하고, AI Insight가 90일 초과 비중 · 주요 Division을 요약함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335024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335024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3108" y="1335024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 · 정산 관리 담당자 · 월별 미결 채권 점검 시</a:t>
            </a:r>
            <a:endParaRPr lang="en-US" sz="1000" dirty="0"/>
          </a:p>
        </p:txBody>
      </p:sp>
      <p:pic>
        <p:nvPicPr>
          <p:cNvPr id="14" name="Image 0" descr="shot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3392424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732836" y="2609989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2836" y="260084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852630" y="3913355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852630" y="390421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4623" y="4629289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4623" y="462014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352544" y="1700784"/>
            <a:ext cx="7351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352544" y="1975104"/>
            <a:ext cx="7351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미결(Open) 컨디션의 충당 잔액을 Aging band별로 시각화 (구 Overdue Conditions)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Promotion End 기준 경과일로 Aging 산정 · 법인 × BA 필터 서버측 재집계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52544" y="2962656"/>
            <a:ext cx="7351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352544" y="3236976"/>
            <a:ext cx="7351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AI Insight — Promotion End 후 90일 경과 미종료 Open Amount 비중, 상위 Division 요약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Aging 구간(band)별 충당 잔액 차트 — Division 스택 · 비중 도넛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Division별 Open Amount 상세 테이블 — Aging 구간 · 누적 밴드 제공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352544" y="6053328"/>
            <a:ext cx="7351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AI Insight 슬롯 구축 완료 · 요약 로직 적용 진행 중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352544" y="6355080"/>
            <a:ext cx="7351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미결 채권 조기 관리 · 회수 우선순위 명확화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[SPOT] Target Plan vs. Est.Actual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매출차감 예산 사용 현황(Est.Actual)을 월 / 분기 단위로 추적하여 예산 초과 리스크를 식별함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335024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335024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3108" y="1335024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관리자 · 월 / 분기 집행 점검 시</a:t>
            </a:r>
            <a:endParaRPr lang="en-US" sz="1000" dirty="0"/>
          </a:p>
        </p:txBody>
      </p:sp>
      <p:pic>
        <p:nvPicPr>
          <p:cNvPr id="14" name="Image 0" descr="shot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3862517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927476" y="3172101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7476" y="316295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73504" y="4822356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273504" y="48132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22637" y="1700784"/>
            <a:ext cx="688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22637" y="1975104"/>
            <a:ext cx="68816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매출차감 예산 사용 현황을 월 / 분기 단위로 추적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초과 사용 항목 자동 강조로 예산 리스크 조기 식별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22637" y="2962656"/>
            <a:ext cx="688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822637" y="3236976"/>
            <a:ext cx="68816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월 / 분기별 Target Plan 대비 예산 사용 현황 — Division별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Division × SD Type별 Target Plan 대비 사용 현황 상세 제공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22637" y="6053328"/>
            <a:ext cx="68816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AI Insight 슬롯 구축 완료 · 요약 로직 적용 예정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22637" y="6355080"/>
            <a:ext cx="688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집행 조기 식별 · 계획 대비 예산 관리 정착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Analysis by Customers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거래선(Account) 기준 매출차감 실적 · 프로모션을 분석하며, AI Insight가 SD Rate 동향과 임박 종료 프로모션을 요약함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제시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28416" y="1335024"/>
            <a:ext cx="2162556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335024"/>
            <a:ext cx="2162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· AI 적용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19572" y="1335024"/>
            <a:ext cx="6030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담당 조직 · 거래선 단위 실적 리뷰 시</a:t>
            </a:r>
            <a:endParaRPr lang="en-US" sz="1000" dirty="0"/>
          </a:p>
        </p:txBody>
      </p:sp>
      <p:pic>
        <p:nvPicPr>
          <p:cNvPr id="14" name="Image 0" descr="shot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4216298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637026" y="2288885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7026" y="22797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283525" y="3025391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283525" y="301624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5678" y="4093605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05678" y="408446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3786" y="5063432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33786" y="5054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76418" y="1700784"/>
            <a:ext cx="65279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176418" y="1975104"/>
            <a:ext cx="65279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거래선(Account) 기준 매출차감 실적 · 프로모션 분석 — Company · BA · Customer · Division 필터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프로세스 영역을 거래선 축으로 관통하는 심화 분석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176418" y="2962656"/>
            <a:ext cx="65279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176418" y="3236976"/>
            <a:ext cx="65279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AI Insight — 거래선 SD Rate · 프로모션 동향 · 임박 종료 건 요약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Monthly Trend — Net Sales(M€) · SD Rate(%) 월별 추이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by Activity — TIM Activity별 SD Rate 연도 · 월 매트릭스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Ongoing Conditions — 진행 중 컨디션 목록 · 기간 타임라인 (AI 요약 포함)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76418" y="6355080"/>
            <a:ext cx="65279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단위 리스크 · 기회 통합 파악 · 리뷰 준비 시간 단축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Analysis by Product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제품(Product) 기준 매출차감 집행을 분석하며, AI Insight가 총 집행액 · 집행률과 상위 거래선 / Activity를 요약함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2162556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2162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· AI 적용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01084" y="1335024"/>
            <a:ext cx="7648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담당 · 프로모션 집행 리뷰 시</a:t>
            </a:r>
            <a:endParaRPr lang="en-US" sz="1000" dirty="0"/>
          </a:p>
        </p:txBody>
      </p:sp>
      <p:pic>
        <p:nvPicPr>
          <p:cNvPr id="12" name="Image 0" descr="shot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5558729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692866" y="2593295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2866" y="258415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413442" y="3485677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13442" y="347653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8745" y="4213312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98745" y="4204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18849" y="1700784"/>
            <a:ext cx="5185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18849" y="1975104"/>
            <a:ext cx="518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제품(Product) 기준 매출차감 집행 현황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· BA · Division · Period · Product 필터 조회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18849" y="2962656"/>
            <a:ext cx="5185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18849" y="3236976"/>
            <a:ext cx="51854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AI Insight — 총 집행액 · 집행률 · 상위 거래선 / Activity 요약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By Account / By Activity 집행액 집계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Condition Detail — 상세 목록 (View by 전환)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18849" y="6355080"/>
            <a:ext cx="5185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단위 집행 구조 가시화 · 과다 집행 거래선 / Activity 식별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2026-07-27T12:37:48Z</dcterms:created>
  <dcterms:modified xsi:type="dcterms:W3CDTF">2026-07-27T12:37:48Z</dcterms:modified>
</cp:coreProperties>
</file>