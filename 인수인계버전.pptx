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컨설팅형 표지. 스타일: 주황 바 + 세리프 제목 + 거버닝 메시지 + 목차 2열.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Insight는 본 장의 데이터 조회 API와 별도 플로우(6장). 카드 3종의 하단 통계(영향 범위)가 이 장의 핵심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 0회(조작)와 백엔드 원천 2종이 이 화면의 핵심. 리포트는 S4가 아닌 DB 조회임을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BW 단일 서비스에 4쿼리 병렬이라는 점이 성능·장애 분석의 단서.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파일(config_expired.json) 의존은 배포·변경 관리 시 체크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프록시 경로는 장애 절체·로그 추적 시 각각 확인해야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cust_list는 Product 화면과 공용 — 한쪽 수정이 양쪽에 영향.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Apply 0회(로컬)라는 점이 성능 문의·장애 절분에서 중요한 사실.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원천 열 색상 = 4.0의 원천 카드 색과 동일(차콜=S4, 오렌지=BW). 인쇄 시 이 장 한 장으로 장애 초동 대응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17320"/>
            <a:ext cx="100584" cy="914400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34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 페이지별 상세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검증 기준  —  화면별 개요 · 프론트엔드 흐름(API 호출 시점) · 백엔드 흐름(처리 로직)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SALES2/frontend/static/*.js  ·  SALES2/backend/python_code/*.py  (전량 소스 코드 검증)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구조 — 요청 처리 경로와 데이터 원천 3종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087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— 결재(공제 승인) 현황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6542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 — 클레임 처리 리드타임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2212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— 만료 미결 조건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— 목표 대비 실행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087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— 고객 관점 분석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465429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— 상품 관점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52212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× 백엔드 × 데이터 원천 요약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4.0  공통 구조 — 요청 하나가 처리되는 경로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화면의 데이터 요청은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경로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따르며, 데이터 원천은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BW · PostgreSQL 3종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명확히 구분됨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00784"/>
            <a:ext cx="201168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JS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5748" y="1938528"/>
            <a:ext cx="201168" cy="182880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1700784"/>
            <a:ext cx="201168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JSP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(사내 중계)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50892" y="1938528"/>
            <a:ext cx="201168" cy="182880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700784"/>
            <a:ext cx="201168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(Langflow)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46036" y="1938528"/>
            <a:ext cx="201168" cy="182880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700784"/>
            <a:ext cx="2011680" cy="65836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Python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(플로우 내 실행)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41180" y="1938528"/>
            <a:ext cx="201168" cy="182880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3496" y="1700784"/>
            <a:ext cx="2011680" cy="658368"/>
          </a:xfrm>
          <a:prstGeom prst="rect">
            <a:avLst/>
          </a:prstGeom>
          <a:solidFill>
            <a:srgbClr val="FDF1EA"/>
          </a:solidFill>
          <a:ln w="9525">
            <a:solidFill>
              <a:srgbClr val="E8622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(S4 / BW / PG)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백엔드 Python은 Langflow 플로우 내부에서 실행됨(원본 SALES2/backend/python_code, 수정 시 플로우 재반영 필요)  ·  환경 판별: AUD_SERVICE_URL에 ".90" 포함 = dev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94076"/>
            <a:ext cx="3593592" cy="295808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94076"/>
            <a:ext cx="359359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94076"/>
            <a:ext cx="1976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SAP S4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12229" y="2894076"/>
            <a:ext cx="1901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4061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기준 정보·예산·조건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3717036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nerps-s4 (prod) / nserap13 (dev)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화면: Approval · Budget · Expired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서비스: ZGWMKC100640 / 100660 / 100670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937760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0017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53035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장애 시 영향 범위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2852928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894076"/>
            <a:ext cx="3593592" cy="295808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894076"/>
            <a:ext cx="359359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894076"/>
            <a:ext cx="1976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SAP BW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06989" y="2894076"/>
            <a:ext cx="1901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4061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분석·집계 데이터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717036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nerps-bw (prod) / nerpsr-bw (dev)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화면: Claim L/T · Customer · Product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서비스: O_ZCMKSL003 · O_ZCMKTO022 · O_ZCMKTO008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4937760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50017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80560" y="53035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장애 시 영향 범위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92440" y="2852928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2894076"/>
            <a:ext cx="3593592" cy="295808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2894076"/>
            <a:ext cx="3593592" cy="420624"/>
          </a:xfrm>
          <a:prstGeom prst="rect">
            <a:avLst/>
          </a:prstGeom>
          <a:solidFill>
            <a:srgbClr val="7B3A22"/>
          </a:solidFill>
          <a:ln w="12700">
            <a:solidFill>
              <a:srgbClr val="7B3A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2894076"/>
            <a:ext cx="1976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PostgreSQL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601749" y="2894076"/>
            <a:ext cx="1901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txt2adb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75320" y="34061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산출물 저장소(리스크·리포트)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75320" y="3717036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10.195.114.142 · sales.log_sd_agent[_dev]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기능: Approval의 리스크 플래그 · 문서 리포트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장애 시 Approval 화면은 동작, 해당 기능만 제한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75320" y="4937760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50017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기능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53035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1개 화면의 보조 데이터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장애 발생 패턴이 곧 원천 진단 — "어느 화면들이 함께 이상 동작하는가"가 1차 진단 지표 (7장 문제 해결과 연계)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4.1  Approval Review — 결재(공제 승인) 현황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액션 없는 조회 전용 대시보드로,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서비스의 회사/BA 목록과 필터 초기값이 이 화면에서 생성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  (6개 화면 중 유일하게 AI Insight 없음)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1회 수신 → 이후 조작은 전부 브라우저 처리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화면 진입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결재 조회(당월). 미결함·전체 문서 + 회사/BA 목록 + 필터 초기값 일괄 수신 (동일 월 30분 캐시 시 0회, 첫 요청 시 토큰 발급 선행)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화면 조작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탭·Company/BA·Stage·리스크·상태·정렬 — 수신 데이터를 브라우저에서 필터링, 즉시 반영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월 변경 +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해당 월로 재조회 (Apply의 역할은 월 변경뿐)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행 리포트 버튼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approval_review_fetch_report → HTML 리포트 표시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⑤ Excel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브라우저 직접 생성 (최초 클릭 시 ExcelJS 로드)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조작(탭·필터·정렬) 시 서버 호출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approval_review.py · fetch_report_html.py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문서 조회 + PostgreSQL 리스크 병합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S4 ZGWMKC100640_SRV 2회 호출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search_type=I(미결함) / A(전체)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요청 월 ±2일 확대(superset) 조회 → 법인 로컬 월로 후필터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S4의 KST 기준 필터로 인한 월 경계 문서 누락 방지 (부트스트랩 3개월 조회는 후필터 생략)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PostgreSQL(sales.log_sd_agent)에서 리스크·확인시각 병합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DB에 이력 없는 문서도 목록에 포함 (LEFT JOIN 방식)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회사/BA/제품 목록 생성 · 최다 Company×BA 조합을 기본 필터로 선정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리포트는 DB 저장분 1건 조회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fetch_report_html.py — S4 미호출 (사전 생성·저장된 리포트)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+ PostgreSQL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ZGWMKC100640_SRV · sales.log_sd_agent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Company/BA 즉시 반영 · Apply의 월 전용 동작 · AI Insight 부재는 모두 설계 — 관련 문의는 정상 동작 안내로 종결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4.2  Claim L/T Analysis — 클레임 처리 리드타임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진입·Apply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조회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전 데이터를 수신하며, Base Month는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간 독립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(Approval의 월을 이어받지 않음)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1회 + AI Insight 자동 1회가 기본 패턴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진입 /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claim_lead_time_main — 추이·단계·고객별 데이터 일괄 수신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① 완료 직후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(자동)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cl_lt_ai_insight — 프론트가 핵심 통계(data_front)를 계산해 전달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토글·정렬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Over Company Avg 토글·정렬 — 수신 데이터 로컬 처리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Excel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브라우저 직접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+ 1회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시 총 호출 (대시보드 + AI 자동)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cl_lt_fetch_odata.py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4개 쿼리 병렬 실행 → 단일 응답으로 조립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SAP BW O_ZCMKSL003_Q0201_SRV에 4개 쿼리 병렬 실행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monthly_report / by_step / by_customer / by_customer_total (ThreadPoolExecutor 동시 처리)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응답을 프론트 형식으로 변환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period · availablePeriods · 12개월 trend · 단계(Customer/Samsung Delay) · 고객별 L/T · companyAvg · kpi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4쿼리 병렬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O_ZCMKSL003_Q0201_SRV — 단일 응답 조립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"월이 이어지지 않는다"는 문의는 설계 동작(월 덮임 방지) — 화면 간 공유는 회사/BA뿐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4.3  Expired Open Conditions — 만료 미결 조건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필터가 없는 유일한 스냅샷 화면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항상 현재 시점 기준으로 동작함  (필터는 Company/BA만)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overdue.js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시 2개 API + AI 자동 — 표 조작은 전부 로컬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진입 /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expired_conditions_main(By Division/Customer) + By Condition(별도 모델) 동시 호출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① 완료 직후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(자동)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expired_ai_insight — 충당 Balance·90일 이상·Division별·2년 경과 통계를 data_front로 전달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Division 선택·정렬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수신 데이터 로컬 처리 (표 3개는 행 선택으로 연동)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Excel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브라우저 직접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+ 1회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시 총 호출 (메인 + 조건 + AI 자동)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expired_cd_fetch_odata.py · _extra.py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S4 서비스를 두 갈래로 조회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메인: S4 ZGWMKC100670_SRV 호출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company_code / business_area / currency 필터 → By Division·By Customer 집계 구조로 변환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By Condition: 동일 SRV를 별도 payload로 호출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조건 목록을 delayDays 내림차순으로 정렬해 반환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payload·필드 매핑은 설정 파일에서 로드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backend/config/config_expired.json (expired_conditions_extra_payload / _feed / _field)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(단일)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ZGWMKC100670_SRV — 기간 파라미터 없음 · 설정 config_expired.json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시점 조회 불가는 설계 — By Condition만 별도 API이므로 이 표만 누락되는 부분 장애가 가능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4.4  Target Plan Budget — 목표 대비 실행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당월 자동 조회 화면으로,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 필터는 DETAIL 섹션에만 적용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  (6개 화면 중 유일하게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프록시 경로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대시보드와 AI Insight가 서로 다른 프록시를 경유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진입 /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Budget API — proxy.jsp 경유(JWT 첨부). SUMMARY·카드·DETAIL 일괄 수신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① 완료 직후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(자동)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 Insight — api/claim-proxy.jsp 경유 (경로 분리)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DETAIL Division 변경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해당 Division으로 재조회 → DETAIL 섹션만 부분 갱신 (상단 카드·SUMMARY 불변)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SD Type/Status·정렬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로컬 필터 (null=전체 / 배열=선택 / []=None)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⑤ Excel (SUMMARY)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브라우저 직접 생성 — 3단 병합 헤더 포함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2경로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proxy.jsp / AI claim-proxy.jsp — 부분 장애 가능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fetch_budget_target_plan_s4_odata.py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예산 집계 수신 → 화면 형식으로 변환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S4 ZGWMKC100660_SRV 호출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PI_BUKRS(법인) / PI_GSBER(BA) 파라미터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월별(M_DATA) / 분기별(Q_DATA) 예산 집계 수신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프론트 형식으로 변환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kpi{month,quarter} · budgetRows · divOptions · statusOptions · conditionGroups · conditionGrandTotal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상태 코드 매핑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AP=Approved · IP=In Proc. · PY=Paid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(단일)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ZGWMKC100660_SRV — 기간 파라미터 없음(당월 자동)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"Division을 바꿔도 상단이 그대로"는 설계(DETAIL 전용) — 대시보드/Insight 중 한쪽만 죽는 장애는 경로 분리에서 기인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4.5  Analysis by Customer — 고객 관점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3-Stage 독립 조회 구조(Apply 3개)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상위 Stage 필터 변경 시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캐시가 전면 무효화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  (Base Month: 전월 기본·당월 제외)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1의 3회 병렬 호출 — 옵션 실패는 비치명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진입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Customer(Account) 목록 → 드롭다운 (공유 필터·목록은 캐시 복원, 0회)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Stage 1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병렬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Monthly Trend + By Activity + Product/TIM 옵션 (옵션 API 실패해도 화면 정상)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② 완료 직후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(자동)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Stage 1 AI Insight (Trend + Activity 기반)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Stage 2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Ongoing SPOT Conditions 조회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⑤ Stage 3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Sell-out Comparison(A/B 날짜·상품) + 자체 AI Insight 자동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⑥ Company/BA 변경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Customer 목록 재조회 + 하위 선택·캐시 전부 초기화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⑦ Excel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Sell-out List — 브라우저 직접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병렬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Apply 시 동시 호출 (부분 실패 허용 설계)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5파일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SAP BW OData — 파일 5종이 역할 분담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cust_list_fetch_odata.py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법인×BA 기준 Customer 목록 (O_ZCMKTO022 · Product 화면과 공용)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cust_monthly_trend.py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선택 고객의 월별 추이 (O_ZCMKTO008)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cust_fetch_activity.py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By Activity — 과거연도+비교월 집계 (O_ZCMKTO022)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cust_ongoing_cond.py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진행 중 SPOT 조건 목록 (O_ZCMKTO022)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sell_out_cond_comparison.py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A/B 기간·상품 비교 (O_ZCMKTO022)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(2서비스)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O_ZCMKTO022_Q0003 · O_ZCMKTO008_Q0201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"하위 선택이 사라졌다"는 상위 필터 변경의 정상 결과 — 옵션 API 실패 시 하위 선택지만 공백(화면은 정상)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4.6  Analysis by Product — 상품 관점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1·2·3번 계단 필터 구조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1번 Apply 시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2·3번 선택까지 초기화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  (Period: 최근 12개월 범위, 기본 11개월 전~당월)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23644"/>
            <a:ext cx="546811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99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product.js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4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Apply는 서버 미호출 — 수신 데이터의 로컬 필터링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① 진입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병렬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Product 목록 + Customer 목록 동시 호출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② 1번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Promotion Amount — BY ACCOUNT/ACTIVITY 카드 + Condition Detail까지 일괄 수신 (Period 변경 시 ①의 목록 2개도 재조회)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③ ② 완료 직후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(자동)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 Insight — 상위 고객 2·activity 3 + 나머지 집계로 압축 전달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④ 2번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Condition Detail — ②의 conditions를 로컬 필터링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⑤ 3번 Apply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Condition Comparison (A/B 고객)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⑥ Company/BA 변경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목록·데이터 재조회 + 하위 전부 초기화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⑦ Excel 2종 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브라우저 직접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2번(Condition Detail) Apply — 서버 미호출·로컬 필터링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82496"/>
            <a:ext cx="546811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23644"/>
            <a:ext cx="5468112" cy="412851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723644"/>
            <a:ext cx="546811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723644"/>
            <a:ext cx="30074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흐름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14527" y="1723644"/>
            <a:ext cx="2988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4파일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19088" y="223570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SAP BW — 단일 서비스(O_ZCMKTO022) 사용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9088" y="2564892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fetch_products_activites.py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Product 목록 + TIM Activity 옵션 + Division별 상품 맵 (Customer 화면 옵션 API와 공용)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cust_list_fetch_odata.py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Customer 목록 (Customer 화면과 공용)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product_analysis_promotion_amt_fetch_odata.py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프로모션 금액 집계 — deduction{ total, byAccount↓, byActivity }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condition_comparision_by_customer_fetch_odata.py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A/B 고객을 각각 조회 후 병합 · Product 필터는 하이브리드(서버+후필터, sell_out과 동일 방식)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4919472"/>
            <a:ext cx="5065776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9834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(단일)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19088" y="528523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O_ZCMKTO022_Q0003 — 전 API 단일 서비스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Apply·Company/BA 변경 시 하위 전면 초기화는 설계 — 2번은 로컬 처리라 서버 장애와 무관하게 동작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4.7  화면 × 백엔드 × 데이터 원천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화면-백엔드-원천 매핑이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1:1로 명확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하여, 장애 시 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화면의 패턴이 곧 원천 진단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0784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5486400"/>
                <a:gridCol w="29077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 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Python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원천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approval_review.py / fetch_report_html.py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(ZGWMKC100640)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PostgreSQL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 L/T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cl_lt_fetch_odata.py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(O_ZCMKSL003_Q0201)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overdue.js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expired_cd_fetch_odata.py / expired_cd_fetch_odata_extra.py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(ZGWMKC100670)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fetch_budget_target_plan_s4_odata.py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(ZGWMKC100660)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cust_list / cust_monthly_trend / cust_fetch_activity / cust_ongoing_cond / sell_out_cond_comparison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(O_ZCMKTO022 · O_ZCMKTO008)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fetch_products_activites / product_analysis_promotion_amt / condition_comparision_by_customer (+cust_list 공용)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(O_ZCMKTO022)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절분: 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장애 → Approval·Budget·Expired 3개 화면  ·  BW 장애 → Claim L/T·Customer·Product 3개 화면  ·  PostgreSQL 장애 → Approval 화면은 동작, 리스크 플래그·문서 리포트만 제한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화면들이 함께 이상 동작하는가" = 원천 진단의 1차 지표 — 화면 생사 패턴을 먼저 확인 후 원천 점검 (7장 연계)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2026-08-24T15:19:53Z</dcterms:created>
  <dcterms:modified xsi:type="dcterms:W3CDTF">2026-08-24T15:19:53Z</dcterms:modified>
</cp:coreProperties>
</file>